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65" r:id="rId3"/>
    <p:sldId id="263" r:id="rId4"/>
    <p:sldId id="264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7DE966-2DE9-40BA-B3E8-29DA9AC9665C}">
  <a:tblStyle styleId="{A47DE966-2DE9-40BA-B3E8-29DA9AC966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유민 박" userId="ce990489e734e801" providerId="LiveId" clId="{40CDF6FC-7F51-405B-A05F-37C72CC24DCF}"/>
    <pc:docChg chg="undo custSel addSld delSld modSld sldOrd">
      <pc:chgData name="유민 박" userId="ce990489e734e801" providerId="LiveId" clId="{40CDF6FC-7F51-405B-A05F-37C72CC24DCF}" dt="2026-05-26T11:08:01.445" v="105" actId="20577"/>
      <pc:docMkLst>
        <pc:docMk/>
      </pc:docMkLst>
      <pc:sldChg chg="ord">
        <pc:chgData name="유민 박" userId="ce990489e734e801" providerId="LiveId" clId="{40CDF6FC-7F51-405B-A05F-37C72CC24DCF}" dt="2026-05-19T01:11:09.272" v="1"/>
        <pc:sldMkLst>
          <pc:docMk/>
          <pc:sldMk cId="0" sldId="256"/>
        </pc:sldMkLst>
      </pc:sldChg>
      <pc:sldChg chg="modSp mod">
        <pc:chgData name="유민 박" userId="ce990489e734e801" providerId="LiveId" clId="{40CDF6FC-7F51-405B-A05F-37C72CC24DCF}" dt="2026-05-26T11:07:03.289" v="77" actId="20577"/>
        <pc:sldMkLst>
          <pc:docMk/>
          <pc:sldMk cId="2388454460" sldId="263"/>
        </pc:sldMkLst>
        <pc:graphicFrameChg chg="modGraphic">
          <ac:chgData name="유민 박" userId="ce990489e734e801" providerId="LiveId" clId="{40CDF6FC-7F51-405B-A05F-37C72CC24DCF}" dt="2026-05-26T11:07:03.289" v="77" actId="20577"/>
          <ac:graphicFrameMkLst>
            <pc:docMk/>
            <pc:sldMk cId="2388454460" sldId="263"/>
            <ac:graphicFrameMk id="73" creationId="{066F57BA-12C8-A5EF-ABC5-0108E7D37075}"/>
          </ac:graphicFrameMkLst>
        </pc:graphicFrameChg>
      </pc:sldChg>
      <pc:sldChg chg="modSp mod">
        <pc:chgData name="유민 박" userId="ce990489e734e801" providerId="LiveId" clId="{40CDF6FC-7F51-405B-A05F-37C72CC24DCF}" dt="2026-05-26T11:07:11.946" v="97" actId="20577"/>
        <pc:sldMkLst>
          <pc:docMk/>
          <pc:sldMk cId="1818677753" sldId="264"/>
        </pc:sldMkLst>
        <pc:graphicFrameChg chg="modGraphic">
          <ac:chgData name="유민 박" userId="ce990489e734e801" providerId="LiveId" clId="{40CDF6FC-7F51-405B-A05F-37C72CC24DCF}" dt="2026-05-26T11:07:11.946" v="97" actId="20577"/>
          <ac:graphicFrameMkLst>
            <pc:docMk/>
            <pc:sldMk cId="1818677753" sldId="264"/>
            <ac:graphicFrameMk id="73" creationId="{4B22255F-C78C-6A18-EBDE-FA29B4874505}"/>
          </ac:graphicFrameMkLst>
        </pc:graphicFrameChg>
      </pc:sldChg>
      <pc:sldChg chg="delSp modSp add del mod">
        <pc:chgData name="유민 박" userId="ce990489e734e801" providerId="LiveId" clId="{40CDF6FC-7F51-405B-A05F-37C72CC24DCF}" dt="2026-05-26T11:08:01.445" v="105" actId="20577"/>
        <pc:sldMkLst>
          <pc:docMk/>
          <pc:sldMk cId="3946364965" sldId="265"/>
        </pc:sldMkLst>
        <pc:spChg chg="mod">
          <ac:chgData name="유민 박" userId="ce990489e734e801" providerId="LiveId" clId="{40CDF6FC-7F51-405B-A05F-37C72CC24DCF}" dt="2026-05-26T11:07:40.898" v="103" actId="1076"/>
          <ac:spMkLst>
            <pc:docMk/>
            <pc:sldMk cId="3946364965" sldId="265"/>
            <ac:spMk id="7" creationId="{301DE537-28E9-1F08-3A1D-C213D4F4AB5E}"/>
          </ac:spMkLst>
        </pc:spChg>
        <pc:spChg chg="del">
          <ac:chgData name="유민 박" userId="ce990489e734e801" providerId="LiveId" clId="{40CDF6FC-7F51-405B-A05F-37C72CC24DCF}" dt="2026-05-26T11:07:29.495" v="99" actId="21"/>
          <ac:spMkLst>
            <pc:docMk/>
            <pc:sldMk cId="3946364965" sldId="265"/>
            <ac:spMk id="8" creationId="{318E8945-F177-58AC-E5B4-34BE9C845328}"/>
          </ac:spMkLst>
        </pc:spChg>
        <pc:spChg chg="mod">
          <ac:chgData name="유민 박" userId="ce990489e734e801" providerId="LiveId" clId="{40CDF6FC-7F51-405B-A05F-37C72CC24DCF}" dt="2026-05-26T11:07:38.263" v="102" actId="1076"/>
          <ac:spMkLst>
            <pc:docMk/>
            <pc:sldMk cId="3946364965" sldId="265"/>
            <ac:spMk id="10" creationId="{1AD92AC8-E1BD-4C5A-B01A-A0698864E91E}"/>
          </ac:spMkLst>
        </pc:spChg>
        <pc:spChg chg="del">
          <ac:chgData name="유민 박" userId="ce990489e734e801" providerId="LiveId" clId="{40CDF6FC-7F51-405B-A05F-37C72CC24DCF}" dt="2026-05-26T11:07:27.660" v="98" actId="21"/>
          <ac:spMkLst>
            <pc:docMk/>
            <pc:sldMk cId="3946364965" sldId="265"/>
            <ac:spMk id="12" creationId="{E2646DFB-D56C-FB64-15D2-01F9046B4809}"/>
          </ac:spMkLst>
        </pc:spChg>
        <pc:graphicFrameChg chg="modGraphic">
          <ac:chgData name="유민 박" userId="ce990489e734e801" providerId="LiveId" clId="{40CDF6FC-7F51-405B-A05F-37C72CC24DCF}" dt="2026-05-26T11:06:51.144" v="31" actId="20577"/>
          <ac:graphicFrameMkLst>
            <pc:docMk/>
            <pc:sldMk cId="3946364965" sldId="265"/>
            <ac:graphicFrameMk id="73" creationId="{9BA44896-A458-3D11-9294-6A177C2FC0BE}"/>
          </ac:graphicFrameMkLst>
        </pc:graphicFrameChg>
        <pc:graphicFrameChg chg="modGraphic">
          <ac:chgData name="유민 박" userId="ce990489e734e801" providerId="LiveId" clId="{40CDF6FC-7F51-405B-A05F-37C72CC24DCF}" dt="2026-05-26T11:06:54.858" v="49" actId="20577"/>
          <ac:graphicFrameMkLst>
            <pc:docMk/>
            <pc:sldMk cId="3946364965" sldId="265"/>
            <ac:graphicFrameMk id="74" creationId="{CBDD9254-BC45-05C4-0A5D-8B578695FFCE}"/>
          </ac:graphicFrameMkLst>
        </pc:graphicFrameChg>
        <pc:graphicFrameChg chg="modGraphic">
          <ac:chgData name="유민 박" userId="ce990489e734e801" providerId="LiveId" clId="{40CDF6FC-7F51-405B-A05F-37C72CC24DCF}" dt="2026-05-26T11:08:01.445" v="105" actId="20577"/>
          <ac:graphicFrameMkLst>
            <pc:docMk/>
            <pc:sldMk cId="3946364965" sldId="265"/>
            <ac:graphicFrameMk id="75" creationId="{684D3F9C-F128-A706-534C-B207D514CC5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9f4e0c77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9f4e0c77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BA84A5D4-8FD9-58D7-CA1D-20641201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C834AE7C-F663-8AC8-538C-CD6865C57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73218397-D526-84D8-69AB-F62E2A32E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350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3068C195-A85D-F4C5-4D56-65AE165F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772605EA-8816-DC40-36E3-218663EF5C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91CF4B97-CFED-3758-F689-71387F1FA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543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47D7AB91-A272-45EA-91D1-4E391206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9f4e0c77c_0_19:notes">
            <a:extLst>
              <a:ext uri="{FF2B5EF4-FFF2-40B4-BE49-F238E27FC236}">
                <a16:creationId xmlns:a16="http://schemas.microsoft.com/office/drawing/2014/main" id="{D0C19CC3-0C6D-C4FA-2DE7-6612C45314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9f4e0c77c_0_19:notes">
            <a:extLst>
              <a:ext uri="{FF2B5EF4-FFF2-40B4-BE49-F238E27FC236}">
                <a16:creationId xmlns:a16="http://schemas.microsoft.com/office/drawing/2014/main" id="{D337E80D-2030-59A9-C9EA-DE4BB2190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192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Release Note</a:t>
            </a:r>
            <a:endParaRPr/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396875" y="1156600"/>
          <a:ext cx="8435400" cy="342872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3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버전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수정 내용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수정자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수정 일시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v0.0.1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최초 기획서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2025-01-28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v0.0.2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setting 수정안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v0.0.2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ui 설계 완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56060B70-7A48-D195-7D5D-C7DE282C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B5A3CB2E-45D8-60DE-2D0C-ECF0914E6F70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1BB09B0B-F4CB-57D6-9FC2-03CEB5A19F93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9BA44896-A458-3D11-9294-6A177C2FC0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7051579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[</a:t>
                      </a:r>
                      <a:r>
                        <a:rPr lang="ko-KR" altLang="en-US" sz="800" dirty="0"/>
                        <a:t>홈 화면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CBDD9254-BC45-05C4-0A5D-8B578695FF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5910332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홈 화면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684D3F9C-F128-A706-534C-B207D514CC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904732"/>
              </p:ext>
            </p:extLst>
          </p:nvPr>
        </p:nvGraphicFramePr>
        <p:xfrm>
          <a:off x="6657000" y="171975"/>
          <a:ext cx="2420850" cy="19888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 b="1" dirty="0"/>
                        <a:t>[Dashboard&gt;</a:t>
                      </a:r>
                      <a:r>
                        <a:rPr lang="ko-KR" altLang="en-US" sz="700" b="1" dirty="0"/>
                        <a:t>물건 찾기</a:t>
                      </a:r>
                      <a:r>
                        <a:rPr lang="ko" sz="700" b="1" dirty="0"/>
                        <a:t>]</a:t>
                      </a:r>
                      <a:br>
                        <a:rPr lang="ko" sz="700" b="1" dirty="0"/>
                      </a:b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&lt;</a:t>
                      </a:r>
                      <a:r>
                        <a:rPr lang="ko-KR" altLang="en-US" sz="700" dirty="0"/>
                        <a:t>아이콘</a:t>
                      </a:r>
                      <a:r>
                        <a:rPr lang="en-US" altLang="ko-KR" sz="700" dirty="0"/>
                        <a:t>&gt; </a:t>
                      </a:r>
                      <a:r>
                        <a:rPr lang="ko-KR" altLang="en-US" sz="700" dirty="0"/>
                        <a:t>설정아이콘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1, </a:t>
                      </a:r>
                      <a:r>
                        <a:rPr lang="ko-KR" altLang="en-US" sz="700" dirty="0" err="1"/>
                        <a:t>클릭시</a:t>
                      </a:r>
                      <a:r>
                        <a:rPr lang="ko-KR" altLang="en-US" sz="700" dirty="0"/>
                        <a:t> 물건 찾기 페이지로 이동</a:t>
                      </a:r>
                      <a:r>
                        <a:rPr lang="en-US" altLang="ko-KR" sz="700" dirty="0"/>
                        <a:t>.</a:t>
                      </a:r>
                      <a:endParaRPr lang="ko-KR" altLang="en-US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700" dirty="0"/>
                    </a:p>
                  </a:txBody>
                  <a:tcPr marL="18000" marR="18000" marT="18000" marB="1800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Google Shape;76;p16">
            <a:extLst>
              <a:ext uri="{FF2B5EF4-FFF2-40B4-BE49-F238E27FC236}">
                <a16:creationId xmlns:a16="http://schemas.microsoft.com/office/drawing/2014/main" id="{81A4EAFA-E3FF-24B5-45CC-484EE550F701}"/>
              </a:ext>
            </a:extLst>
          </p:cNvPr>
          <p:cNvSpPr/>
          <p:nvPr/>
        </p:nvSpPr>
        <p:spPr>
          <a:xfrm>
            <a:off x="132301" y="811775"/>
            <a:ext cx="6455699" cy="410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76;p16">
            <a:extLst>
              <a:ext uri="{FF2B5EF4-FFF2-40B4-BE49-F238E27FC236}">
                <a16:creationId xmlns:a16="http://schemas.microsoft.com/office/drawing/2014/main" id="{1AD92AC8-E1BD-4C5A-B01A-A0698864E91E}"/>
              </a:ext>
            </a:extLst>
          </p:cNvPr>
          <p:cNvSpPr/>
          <p:nvPr/>
        </p:nvSpPr>
        <p:spPr>
          <a:xfrm>
            <a:off x="2314901" y="2132965"/>
            <a:ext cx="2090497" cy="20954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서랍 내 물건 찾기</a:t>
            </a:r>
            <a:endParaRPr dirty="0"/>
          </a:p>
        </p:txBody>
      </p:sp>
      <p:sp>
        <p:nvSpPr>
          <p:cNvPr id="7" name="Google Shape;110;p18">
            <a:extLst>
              <a:ext uri="{FF2B5EF4-FFF2-40B4-BE49-F238E27FC236}">
                <a16:creationId xmlns:a16="http://schemas.microsoft.com/office/drawing/2014/main" id="{301DE537-28E9-1F08-3A1D-C213D4F4AB5E}"/>
              </a:ext>
            </a:extLst>
          </p:cNvPr>
          <p:cNvSpPr/>
          <p:nvPr/>
        </p:nvSpPr>
        <p:spPr>
          <a:xfrm>
            <a:off x="2167901" y="201576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94636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D9751D14-BB03-7487-55DF-A7874BA28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0903376D-DA86-B024-16FD-027BB7356BBE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20B23367-0146-0118-A273-BDB9CD377C97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066F57BA-12C8-A5EF-ABC5-0108E7D370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8142565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/>
                        <a:t>[</a:t>
                      </a:r>
                      <a:r>
                        <a:rPr lang="ko-KR" altLang="en-US" sz="800" dirty="0"/>
                        <a:t>홈 화면</a:t>
                      </a:r>
                      <a:r>
                        <a:rPr lang="ko" sz="800" dirty="0"/>
                        <a:t>&gt;</a:t>
                      </a:r>
                      <a:r>
                        <a:rPr lang="ko-KR" altLang="en-US" sz="800" dirty="0"/>
                        <a:t>물건 찾기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A672F0CF-9874-5E08-CB6F-B403A4E338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9012833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물건 찾기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778CBCE3-C93A-FDE7-1E0C-9D7DC252E0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9703653"/>
              </p:ext>
            </p:extLst>
          </p:nvPr>
        </p:nvGraphicFramePr>
        <p:xfrm>
          <a:off x="6657000" y="171975"/>
          <a:ext cx="2420850" cy="33964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 b="1" dirty="0"/>
                        <a:t>[Dashboard&gt;</a:t>
                      </a:r>
                      <a:r>
                        <a:rPr lang="ko-KR" altLang="en-US" sz="700" b="1" dirty="0"/>
                        <a:t>물건 찾기</a:t>
                      </a:r>
                      <a:r>
                        <a:rPr lang="ko" sz="700" b="1" dirty="0"/>
                        <a:t>]</a:t>
                      </a:r>
                      <a:br>
                        <a:rPr lang="ko" sz="700" b="1" dirty="0"/>
                      </a:b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&lt;</a:t>
                      </a:r>
                      <a:r>
                        <a:rPr lang="ko-KR" altLang="en-US" sz="700" dirty="0"/>
                        <a:t>아이콘</a:t>
                      </a:r>
                      <a:r>
                        <a:rPr lang="en-US" altLang="ko-KR" sz="700" dirty="0"/>
                        <a:t>&gt; </a:t>
                      </a:r>
                      <a:r>
                        <a:rPr lang="ko-KR" altLang="en-US" sz="700" dirty="0"/>
                        <a:t>설정아이콘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1, </a:t>
                      </a:r>
                      <a:r>
                        <a:rPr lang="ko-KR" altLang="en-US" sz="700" dirty="0" err="1"/>
                        <a:t>클릭시</a:t>
                      </a:r>
                      <a:r>
                        <a:rPr lang="ko-KR" altLang="en-US" sz="700" dirty="0"/>
                        <a:t> 메뉴 선택 페이지로 이동</a:t>
                      </a:r>
                      <a:r>
                        <a:rPr lang="en-US" altLang="ko-KR" sz="700" dirty="0"/>
                        <a:t>.</a:t>
                      </a:r>
                      <a:endParaRPr lang="ko-KR" altLang="en-US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" sz="700" dirty="0"/>
                        <a:t>&lt;text bar&gt; </a:t>
                      </a:r>
                      <a:r>
                        <a:rPr lang="ko-KR" altLang="en-US" sz="700" dirty="0"/>
                        <a:t>찾을 물건 입력란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lang="en-US" altLang="ko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r>
                        <a:rPr lang="en-US" altLang="ko" sz="700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700" dirty="0">
                          <a:solidFill>
                            <a:schemeClr val="dk1"/>
                          </a:solidFill>
                        </a:rPr>
                        <a:t>음성 인식 </a:t>
                      </a:r>
                      <a:r>
                        <a:rPr lang="en-US" altLang="ko" sz="700" dirty="0" err="1">
                          <a:solidFill>
                            <a:schemeClr val="dk1"/>
                          </a:solidFill>
                        </a:rPr>
                        <a:t>btn</a:t>
                      </a:r>
                      <a:endParaRPr lang="en-US" altLang="ko-KR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ko" sz="700" dirty="0">
                          <a:solidFill>
                            <a:schemeClr val="dk1"/>
                          </a:solidFill>
                        </a:rPr>
                      </a:br>
                      <a:r>
                        <a:rPr lang="en-US" altLang="ko" sz="700" dirty="0"/>
                        <a:t>&lt;</a:t>
                      </a:r>
                      <a:r>
                        <a:rPr lang="en-US" altLang="ko" sz="700" dirty="0" err="1"/>
                        <a:t>btn</a:t>
                      </a:r>
                      <a:r>
                        <a:rPr lang="en-US" altLang="ko" sz="700" dirty="0"/>
                        <a:t>&gt; </a:t>
                      </a:r>
                      <a:r>
                        <a:rPr lang="ko-KR" altLang="en-US" sz="700" dirty="0"/>
                        <a:t>검색 </a:t>
                      </a:r>
                      <a:r>
                        <a:rPr lang="en-US" altLang="ko-KR" sz="700" dirty="0" err="1"/>
                        <a:t>btn</a:t>
                      </a:r>
                      <a:endParaRPr lang="en-US" altLang="ko-KR" sz="7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Google Shape;76;p16">
            <a:extLst>
              <a:ext uri="{FF2B5EF4-FFF2-40B4-BE49-F238E27FC236}">
                <a16:creationId xmlns:a16="http://schemas.microsoft.com/office/drawing/2014/main" id="{CBD791DD-422A-AC40-4E2B-865612486C81}"/>
              </a:ext>
            </a:extLst>
          </p:cNvPr>
          <p:cNvSpPr/>
          <p:nvPr/>
        </p:nvSpPr>
        <p:spPr>
          <a:xfrm>
            <a:off x="132301" y="811911"/>
            <a:ext cx="6455699" cy="410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6;p16">
            <a:extLst>
              <a:ext uri="{FF2B5EF4-FFF2-40B4-BE49-F238E27FC236}">
                <a16:creationId xmlns:a16="http://schemas.microsoft.com/office/drawing/2014/main" id="{DF038E04-D09E-7C80-B577-4C0E46621928}"/>
              </a:ext>
            </a:extLst>
          </p:cNvPr>
          <p:cNvSpPr/>
          <p:nvPr/>
        </p:nvSpPr>
        <p:spPr>
          <a:xfrm>
            <a:off x="611139" y="2137902"/>
            <a:ext cx="5498021" cy="58624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6;p16">
            <a:extLst>
              <a:ext uri="{FF2B5EF4-FFF2-40B4-BE49-F238E27FC236}">
                <a16:creationId xmlns:a16="http://schemas.microsoft.com/office/drawing/2014/main" id="{D7AEE58B-0014-8F30-6AAE-D05B8DF4A337}"/>
              </a:ext>
            </a:extLst>
          </p:cNvPr>
          <p:cNvSpPr/>
          <p:nvPr/>
        </p:nvSpPr>
        <p:spPr>
          <a:xfrm>
            <a:off x="1524227" y="3237619"/>
            <a:ext cx="844900" cy="794053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dirty="0"/>
              <a:t>음성 인식</a:t>
            </a:r>
            <a:endParaRPr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FC057-05E1-12C9-952E-959C877E70C1}"/>
              </a:ext>
            </a:extLst>
          </p:cNvPr>
          <p:cNvSpPr txBox="1"/>
          <p:nvPr/>
        </p:nvSpPr>
        <p:spPr>
          <a:xfrm>
            <a:off x="611139" y="1624433"/>
            <a:ext cx="4308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찾을 물건을 입력하세요</a:t>
            </a:r>
          </a:p>
        </p:txBody>
      </p:sp>
      <p:sp>
        <p:nvSpPr>
          <p:cNvPr id="6" name="Google Shape;76;p16">
            <a:extLst>
              <a:ext uri="{FF2B5EF4-FFF2-40B4-BE49-F238E27FC236}">
                <a16:creationId xmlns:a16="http://schemas.microsoft.com/office/drawing/2014/main" id="{FDBDD486-F5B6-A0A9-1593-F5FC9D9581C3}"/>
              </a:ext>
            </a:extLst>
          </p:cNvPr>
          <p:cNvSpPr/>
          <p:nvPr/>
        </p:nvSpPr>
        <p:spPr>
          <a:xfrm>
            <a:off x="4149550" y="3341521"/>
            <a:ext cx="844900" cy="58624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검색</a:t>
            </a:r>
            <a:endParaRPr dirty="0"/>
          </a:p>
        </p:txBody>
      </p:sp>
      <p:sp>
        <p:nvSpPr>
          <p:cNvPr id="8" name="Google Shape;126;p18">
            <a:extLst>
              <a:ext uri="{FF2B5EF4-FFF2-40B4-BE49-F238E27FC236}">
                <a16:creationId xmlns:a16="http://schemas.microsoft.com/office/drawing/2014/main" id="{DA05C2AE-F119-5DED-8452-9A6C6E5A81DC}"/>
              </a:ext>
            </a:extLst>
          </p:cNvPr>
          <p:cNvSpPr/>
          <p:nvPr/>
        </p:nvSpPr>
        <p:spPr>
          <a:xfrm>
            <a:off x="498638" y="2054792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9" name="Google Shape;127;p18">
            <a:extLst>
              <a:ext uri="{FF2B5EF4-FFF2-40B4-BE49-F238E27FC236}">
                <a16:creationId xmlns:a16="http://schemas.microsoft.com/office/drawing/2014/main" id="{B454575D-C660-C550-9225-BB931604EFC6}"/>
              </a:ext>
            </a:extLst>
          </p:cNvPr>
          <p:cNvSpPr/>
          <p:nvPr/>
        </p:nvSpPr>
        <p:spPr>
          <a:xfrm>
            <a:off x="1561705" y="319605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11" name="Google Shape;76;p16">
            <a:extLst>
              <a:ext uri="{FF2B5EF4-FFF2-40B4-BE49-F238E27FC236}">
                <a16:creationId xmlns:a16="http://schemas.microsoft.com/office/drawing/2014/main" id="{B637345A-11C3-6292-EC47-B52440DC6A28}"/>
              </a:ext>
            </a:extLst>
          </p:cNvPr>
          <p:cNvSpPr/>
          <p:nvPr/>
        </p:nvSpPr>
        <p:spPr>
          <a:xfrm>
            <a:off x="383361" y="1007062"/>
            <a:ext cx="455556" cy="39233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5DD41F8-335E-D56B-443B-AD7BFE8E0CB5}"/>
              </a:ext>
            </a:extLst>
          </p:cNvPr>
          <p:cNvCxnSpPr/>
          <p:nvPr/>
        </p:nvCxnSpPr>
        <p:spPr>
          <a:xfrm flipH="1">
            <a:off x="474902" y="1203231"/>
            <a:ext cx="2724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110;p18">
            <a:extLst>
              <a:ext uri="{FF2B5EF4-FFF2-40B4-BE49-F238E27FC236}">
                <a16:creationId xmlns:a16="http://schemas.microsoft.com/office/drawing/2014/main" id="{DD37CCC3-B6ED-9A5A-4A34-AEAFF699D105}"/>
              </a:ext>
            </a:extLst>
          </p:cNvPr>
          <p:cNvSpPr/>
          <p:nvPr/>
        </p:nvSpPr>
        <p:spPr>
          <a:xfrm>
            <a:off x="270861" y="910145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14" name="Google Shape;130;p18">
            <a:extLst>
              <a:ext uri="{FF2B5EF4-FFF2-40B4-BE49-F238E27FC236}">
                <a16:creationId xmlns:a16="http://schemas.microsoft.com/office/drawing/2014/main" id="{2EC7E262-3888-E074-2E4A-9EFCC649B530}"/>
              </a:ext>
            </a:extLst>
          </p:cNvPr>
          <p:cNvSpPr/>
          <p:nvPr/>
        </p:nvSpPr>
        <p:spPr>
          <a:xfrm>
            <a:off x="4037050" y="3239071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4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388454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72010831-C83F-FB64-0EF4-323030133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C0697345-E22D-C751-7DA5-314C7FBD567A}"/>
              </a:ext>
            </a:extLst>
          </p:cNvPr>
          <p:cNvSpPr/>
          <p:nvPr/>
        </p:nvSpPr>
        <p:spPr>
          <a:xfrm>
            <a:off x="132300" y="171975"/>
            <a:ext cx="6455700" cy="522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A7545C13-7605-8982-0D8B-E72C34BE81E6}"/>
              </a:ext>
            </a:extLst>
          </p:cNvPr>
          <p:cNvSpPr txBox="1"/>
          <p:nvPr/>
        </p:nvSpPr>
        <p:spPr>
          <a:xfrm>
            <a:off x="291050" y="231525"/>
            <a:ext cx="826800" cy="37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graphicFrame>
        <p:nvGraphicFramePr>
          <p:cNvPr id="73" name="Google Shape;73;p16">
            <a:extLst>
              <a:ext uri="{FF2B5EF4-FFF2-40B4-BE49-F238E27FC236}">
                <a16:creationId xmlns:a16="http://schemas.microsoft.com/office/drawing/2014/main" id="{4B22255F-C78C-6A18-EBDE-FA29B48745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7711260"/>
              </p:ext>
            </p:extLst>
          </p:nvPr>
        </p:nvGraphicFramePr>
        <p:xfrm>
          <a:off x="1243525" y="231525"/>
          <a:ext cx="5254700" cy="1699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위치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" sz="800" dirty="0"/>
                        <a:t>[</a:t>
                      </a:r>
                      <a:r>
                        <a:rPr lang="ko-KR" altLang="en-US" sz="800" dirty="0"/>
                        <a:t>홈 화면</a:t>
                      </a:r>
                      <a:r>
                        <a:rPr lang="ko" sz="800" dirty="0"/>
                        <a:t>&gt;</a:t>
                      </a:r>
                      <a:r>
                        <a:rPr lang="ko-KR" altLang="en-US" sz="800" dirty="0"/>
                        <a:t>물건 찾기</a:t>
                      </a:r>
                      <a:r>
                        <a:rPr lang="en-US" altLang="ko-KR" sz="800" dirty="0"/>
                        <a:t>&gt;</a:t>
                      </a:r>
                      <a:r>
                        <a:rPr lang="ko-KR" altLang="en-US" sz="800" dirty="0"/>
                        <a:t>검색 결과</a:t>
                      </a:r>
                      <a:r>
                        <a:rPr lang="ko" sz="800" dirty="0"/>
                        <a:t>]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16">
            <a:extLst>
              <a:ext uri="{FF2B5EF4-FFF2-40B4-BE49-F238E27FC236}">
                <a16:creationId xmlns:a16="http://schemas.microsoft.com/office/drawing/2014/main" id="{FB061BF4-E880-F858-BA08-EFDC4AF908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6338815"/>
              </p:ext>
            </p:extLst>
          </p:nvPr>
        </p:nvGraphicFramePr>
        <p:xfrm>
          <a:off x="1243525" y="440838"/>
          <a:ext cx="5254700" cy="169875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9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화면명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800" dirty="0">
                          <a:solidFill>
                            <a:schemeClr val="dk1"/>
                          </a:solidFill>
                        </a:rPr>
                        <a:t>검색 결과</a:t>
                      </a:r>
                      <a:endParaRPr sz="800" dirty="0"/>
                    </a:p>
                  </a:txBody>
                  <a:tcPr marL="18000" marR="18000" marT="18000" marB="180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oogle Shape;75;p16">
            <a:extLst>
              <a:ext uri="{FF2B5EF4-FFF2-40B4-BE49-F238E27FC236}">
                <a16:creationId xmlns:a16="http://schemas.microsoft.com/office/drawing/2014/main" id="{249C5F95-4DBF-82F5-0903-E774CAF84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786950"/>
              </p:ext>
            </p:extLst>
          </p:nvPr>
        </p:nvGraphicFramePr>
        <p:xfrm>
          <a:off x="6657000" y="171975"/>
          <a:ext cx="2420850" cy="3396400"/>
        </p:xfrm>
        <a:graphic>
          <a:graphicData uri="http://schemas.openxmlformats.org/drawingml/2006/table">
            <a:tbl>
              <a:tblPr>
                <a:noFill/>
                <a:tableStyleId>{A47DE966-2DE9-40BA-B3E8-29DA9AC9665C}</a:tableStyleId>
              </a:tblPr>
              <a:tblGrid>
                <a:gridCol w="3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화면 설명 - Description</a:t>
                      </a:r>
                      <a:endParaRPr sz="800"/>
                    </a:p>
                  </a:txBody>
                  <a:tcPr marL="18000" marR="18000" marT="18000" marB="18000" anchor="ctr"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※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 b="1" dirty="0"/>
                        <a:t>[Dashboard&gt;</a:t>
                      </a:r>
                      <a:r>
                        <a:rPr lang="ko-KR" altLang="en-US" sz="700" b="1" dirty="0"/>
                        <a:t>물건 찾기</a:t>
                      </a:r>
                      <a:r>
                        <a:rPr lang="ko" sz="700" b="1" dirty="0"/>
                        <a:t>]</a:t>
                      </a:r>
                      <a:br>
                        <a:rPr lang="ko" sz="700" b="1" dirty="0"/>
                      </a:b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&lt;text&gt; </a:t>
                      </a:r>
                      <a:r>
                        <a:rPr lang="ko-KR" altLang="en-US" sz="700" dirty="0"/>
                        <a:t>물건 여부에 따른 결과 표시</a:t>
                      </a:r>
                      <a:endParaRPr lang="en-US" altLang="ko-KR" sz="700" dirty="0"/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700" dirty="0"/>
                        <a:t>물건이 있을 시 위치 표시</a:t>
                      </a:r>
                      <a:endParaRPr lang="en-US" altLang="ko-KR" sz="700" dirty="0"/>
                    </a:p>
                    <a:p>
                      <a:pPr marL="2286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700" dirty="0"/>
                        <a:t>물건이 없을 시 없다고 표시</a:t>
                      </a:r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&lt;text&gt; LED</a:t>
                      </a:r>
                      <a:r>
                        <a:rPr lang="ko-KR" altLang="en-US" sz="700" dirty="0"/>
                        <a:t>가 점등 중임을 표시</a:t>
                      </a:r>
                      <a:endParaRPr lang="en-US" altLang="ko-KR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&lt;</a:t>
                      </a:r>
                      <a:r>
                        <a:rPr lang="ko-KR" altLang="en-US" sz="700" dirty="0"/>
                        <a:t>아이콘</a:t>
                      </a:r>
                      <a:r>
                        <a:rPr lang="en-US" altLang="ko-KR" sz="700" dirty="0"/>
                        <a:t>&gt; </a:t>
                      </a:r>
                      <a:r>
                        <a:rPr lang="ko-KR" altLang="en-US" sz="700" dirty="0"/>
                        <a:t>설정아이콘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1, </a:t>
                      </a:r>
                      <a:r>
                        <a:rPr lang="ko-KR" altLang="en-US" sz="700" dirty="0" err="1"/>
                        <a:t>클릭시</a:t>
                      </a:r>
                      <a:r>
                        <a:rPr lang="ko-KR" altLang="en-US" sz="700" dirty="0"/>
                        <a:t> 물건 찾기 페이지로 이동</a:t>
                      </a:r>
                      <a:r>
                        <a:rPr lang="en-US" altLang="ko-KR" sz="700" dirty="0"/>
                        <a:t>.</a:t>
                      </a:r>
                      <a:endParaRPr lang="ko-KR" altLang="en-US"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L="18000" marR="18000" marT="18000" marB="18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ko" sz="700" dirty="0">
                          <a:solidFill>
                            <a:schemeClr val="dk1"/>
                          </a:solidFill>
                        </a:rPr>
                      </a:br>
                      <a:r>
                        <a:rPr lang="en-US" altLang="ko" sz="700" dirty="0"/>
                        <a:t>&lt;</a:t>
                      </a:r>
                      <a:r>
                        <a:rPr lang="en-US" altLang="ko-KR" sz="700" dirty="0"/>
                        <a:t>&lt;</a:t>
                      </a:r>
                      <a:r>
                        <a:rPr lang="ko-KR" altLang="en-US" sz="700" dirty="0"/>
                        <a:t>아이콘</a:t>
                      </a:r>
                      <a:r>
                        <a:rPr lang="en-US" altLang="ko-KR" sz="700" dirty="0"/>
                        <a:t>&gt; </a:t>
                      </a:r>
                      <a:r>
                        <a:rPr lang="ko-KR" altLang="en-US" sz="700" dirty="0"/>
                        <a:t>설정아이콘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/>
                        <a:t>1, </a:t>
                      </a:r>
                      <a:r>
                        <a:rPr lang="ko-KR" altLang="en-US" sz="700" dirty="0" err="1"/>
                        <a:t>클릭시</a:t>
                      </a:r>
                      <a:r>
                        <a:rPr lang="ko-KR" altLang="en-US" sz="700" dirty="0"/>
                        <a:t> 메뉴 선택 페이지로 이동</a:t>
                      </a:r>
                      <a:r>
                        <a:rPr lang="en-US" altLang="ko-KR" sz="700" dirty="0"/>
                        <a:t>.</a:t>
                      </a:r>
                      <a:endParaRPr lang="ko-KR" altLang="en-US" sz="7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/>
                    </a:p>
                  </a:txBody>
                  <a:tcPr marL="18000" marR="18000" marT="18000" marB="1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Google Shape;76;p16">
            <a:extLst>
              <a:ext uri="{FF2B5EF4-FFF2-40B4-BE49-F238E27FC236}">
                <a16:creationId xmlns:a16="http://schemas.microsoft.com/office/drawing/2014/main" id="{F746CEA7-59DC-F54A-AC15-2E2C6F47E991}"/>
              </a:ext>
            </a:extLst>
          </p:cNvPr>
          <p:cNvSpPr/>
          <p:nvPr/>
        </p:nvSpPr>
        <p:spPr>
          <a:xfrm>
            <a:off x="132301" y="811911"/>
            <a:ext cx="6455699" cy="410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6;p16">
            <a:extLst>
              <a:ext uri="{FF2B5EF4-FFF2-40B4-BE49-F238E27FC236}">
                <a16:creationId xmlns:a16="http://schemas.microsoft.com/office/drawing/2014/main" id="{6BBBE6F4-D0AE-CB1A-4BC9-0F76BE919772}"/>
              </a:ext>
            </a:extLst>
          </p:cNvPr>
          <p:cNvSpPr/>
          <p:nvPr/>
        </p:nvSpPr>
        <p:spPr>
          <a:xfrm>
            <a:off x="495861" y="1870175"/>
            <a:ext cx="5193739" cy="49251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350C05-FE7D-3B84-96CD-B2B48D3FA707}"/>
              </a:ext>
            </a:extLst>
          </p:cNvPr>
          <p:cNvSpPr txBox="1"/>
          <p:nvPr/>
        </p:nvSpPr>
        <p:spPr>
          <a:xfrm>
            <a:off x="482233" y="1318225"/>
            <a:ext cx="4308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검색 결과</a:t>
            </a:r>
          </a:p>
        </p:txBody>
      </p:sp>
      <p:sp>
        <p:nvSpPr>
          <p:cNvPr id="6" name="Google Shape;76;p16">
            <a:extLst>
              <a:ext uri="{FF2B5EF4-FFF2-40B4-BE49-F238E27FC236}">
                <a16:creationId xmlns:a16="http://schemas.microsoft.com/office/drawing/2014/main" id="{69D3FF12-5F69-AD8C-E6E2-2316ECA48460}"/>
              </a:ext>
            </a:extLst>
          </p:cNvPr>
          <p:cNvSpPr/>
          <p:nvPr/>
        </p:nvSpPr>
        <p:spPr>
          <a:xfrm>
            <a:off x="4149550" y="3774726"/>
            <a:ext cx="1009490" cy="58624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종료</a:t>
            </a:r>
            <a:endParaRPr dirty="0"/>
          </a:p>
        </p:txBody>
      </p:sp>
      <p:sp>
        <p:nvSpPr>
          <p:cNvPr id="7" name="Google Shape;110;p18">
            <a:extLst>
              <a:ext uri="{FF2B5EF4-FFF2-40B4-BE49-F238E27FC236}">
                <a16:creationId xmlns:a16="http://schemas.microsoft.com/office/drawing/2014/main" id="{2A440A88-405B-B964-3AD5-2F1AE5718E04}"/>
              </a:ext>
            </a:extLst>
          </p:cNvPr>
          <p:cNvSpPr/>
          <p:nvPr/>
        </p:nvSpPr>
        <p:spPr>
          <a:xfrm>
            <a:off x="383361" y="1789489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1</a:t>
            </a:r>
            <a:endParaRPr sz="1200" dirty="0"/>
          </a:p>
        </p:txBody>
      </p:sp>
      <p:sp>
        <p:nvSpPr>
          <p:cNvPr id="10" name="Google Shape;76;p16">
            <a:extLst>
              <a:ext uri="{FF2B5EF4-FFF2-40B4-BE49-F238E27FC236}">
                <a16:creationId xmlns:a16="http://schemas.microsoft.com/office/drawing/2014/main" id="{8EF8CEA8-2D01-1CFF-B679-47BCF1C52463}"/>
              </a:ext>
            </a:extLst>
          </p:cNvPr>
          <p:cNvSpPr/>
          <p:nvPr/>
        </p:nvSpPr>
        <p:spPr>
          <a:xfrm>
            <a:off x="495861" y="2731076"/>
            <a:ext cx="5193739" cy="49251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76;p16">
            <a:extLst>
              <a:ext uri="{FF2B5EF4-FFF2-40B4-BE49-F238E27FC236}">
                <a16:creationId xmlns:a16="http://schemas.microsoft.com/office/drawing/2014/main" id="{1B0677F0-B897-1169-5178-BB0E88E507E2}"/>
              </a:ext>
            </a:extLst>
          </p:cNvPr>
          <p:cNvSpPr/>
          <p:nvPr/>
        </p:nvSpPr>
        <p:spPr>
          <a:xfrm>
            <a:off x="1364255" y="3745341"/>
            <a:ext cx="1009490" cy="58624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다시 검색</a:t>
            </a:r>
            <a:endParaRPr dirty="0"/>
          </a:p>
        </p:txBody>
      </p:sp>
      <p:sp>
        <p:nvSpPr>
          <p:cNvPr id="8" name="Google Shape;126;p18">
            <a:extLst>
              <a:ext uri="{FF2B5EF4-FFF2-40B4-BE49-F238E27FC236}">
                <a16:creationId xmlns:a16="http://schemas.microsoft.com/office/drawing/2014/main" id="{B4F0A814-2404-18AA-0BB5-15DB5416C911}"/>
              </a:ext>
            </a:extLst>
          </p:cNvPr>
          <p:cNvSpPr/>
          <p:nvPr/>
        </p:nvSpPr>
        <p:spPr>
          <a:xfrm>
            <a:off x="383361" y="2655649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2</a:t>
            </a:r>
            <a:endParaRPr sz="1200" dirty="0"/>
          </a:p>
        </p:txBody>
      </p:sp>
      <p:sp>
        <p:nvSpPr>
          <p:cNvPr id="9" name="Google Shape;127;p18">
            <a:extLst>
              <a:ext uri="{FF2B5EF4-FFF2-40B4-BE49-F238E27FC236}">
                <a16:creationId xmlns:a16="http://schemas.microsoft.com/office/drawing/2014/main" id="{689F9B75-6739-6CF6-7E29-9031003847D7}"/>
              </a:ext>
            </a:extLst>
          </p:cNvPr>
          <p:cNvSpPr/>
          <p:nvPr/>
        </p:nvSpPr>
        <p:spPr>
          <a:xfrm>
            <a:off x="1251755" y="3672276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3</a:t>
            </a:r>
            <a:endParaRPr sz="1200" dirty="0"/>
          </a:p>
        </p:txBody>
      </p:sp>
      <p:sp>
        <p:nvSpPr>
          <p:cNvPr id="14" name="Google Shape;130;p18">
            <a:extLst>
              <a:ext uri="{FF2B5EF4-FFF2-40B4-BE49-F238E27FC236}">
                <a16:creationId xmlns:a16="http://schemas.microsoft.com/office/drawing/2014/main" id="{C640A8C9-3D5E-F5D4-8FC3-0B71DDE01CA1}"/>
              </a:ext>
            </a:extLst>
          </p:cNvPr>
          <p:cNvSpPr/>
          <p:nvPr/>
        </p:nvSpPr>
        <p:spPr>
          <a:xfrm>
            <a:off x="4037050" y="3672276"/>
            <a:ext cx="225000" cy="204900"/>
          </a:xfrm>
          <a:prstGeom prst="ellipse">
            <a:avLst/>
          </a:prstGeom>
          <a:solidFill>
            <a:srgbClr val="DD7E6B"/>
          </a:solidFill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4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81867775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218</Words>
  <Application>Microsoft Office PowerPoint</Application>
  <PresentationFormat>화면 슬라이드 쇼(16:9)</PresentationFormat>
  <Paragraphs>73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Release Note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박유민</dc:creator>
  <cp:lastModifiedBy>유민 박</cp:lastModifiedBy>
  <cp:revision>1</cp:revision>
  <dcterms:modified xsi:type="dcterms:W3CDTF">2026-05-26T11:08:02Z</dcterms:modified>
</cp:coreProperties>
</file>