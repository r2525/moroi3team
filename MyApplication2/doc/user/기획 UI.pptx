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66" r:id="rId3"/>
    <p:sldId id="267" r:id="rId4"/>
    <p:sldId id="259" r:id="rId5"/>
    <p:sldId id="263" r:id="rId6"/>
    <p:sldId id="264" r:id="rId7"/>
    <p:sldId id="265" r:id="rId8"/>
    <p:sldId id="268" r:id="rId9"/>
    <p:sldId id="269" r:id="rId10"/>
    <p:sldId id="270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62" r:id="rId19"/>
    <p:sldId id="271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47DE966-2DE9-40BA-B3E8-29DA9AC9665C}">
  <a:tblStyle styleId="{A47DE966-2DE9-40BA-B3E8-29DA9AC9665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914" autoAdjust="0"/>
  </p:normalViewPr>
  <p:slideViewPr>
    <p:cSldViewPr snapToGrid="0">
      <p:cViewPr>
        <p:scale>
          <a:sx n="150" d="100"/>
          <a:sy n="150" d="100"/>
        </p:scale>
        <p:origin x="192" y="90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29f4e0c77c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29f4e0c77c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29f4e0c77c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29f4e0c77c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744CFEE8-0FCA-E0FB-009D-D6F8AC7A5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29f4e0c77c_0_19:notes">
            <a:extLst>
              <a:ext uri="{FF2B5EF4-FFF2-40B4-BE49-F238E27FC236}">
                <a16:creationId xmlns:a16="http://schemas.microsoft.com/office/drawing/2014/main" id="{62C513ED-F589-448F-3E88-D6735560A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29f4e0c77c_0_19:notes">
            <a:extLst>
              <a:ext uri="{FF2B5EF4-FFF2-40B4-BE49-F238E27FC236}">
                <a16:creationId xmlns:a16="http://schemas.microsoft.com/office/drawing/2014/main" id="{29466417-4684-7787-C24F-B8ADC8F714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3125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70FE9933-C493-FF1E-D44E-DC577E67B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29f4e0c77c_0_19:notes">
            <a:extLst>
              <a:ext uri="{FF2B5EF4-FFF2-40B4-BE49-F238E27FC236}">
                <a16:creationId xmlns:a16="http://schemas.microsoft.com/office/drawing/2014/main" id="{CF468C38-1044-BE9A-DA51-C062D62A32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29f4e0c77c_0_19:notes">
            <a:extLst>
              <a:ext uri="{FF2B5EF4-FFF2-40B4-BE49-F238E27FC236}">
                <a16:creationId xmlns:a16="http://schemas.microsoft.com/office/drawing/2014/main" id="{D0AA4C8C-F307-C0CC-BAA1-7AAE3097AE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05768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AD482FCA-BB50-2918-B6B7-948AEE57C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29f4e0c77c_0_19:notes">
            <a:extLst>
              <a:ext uri="{FF2B5EF4-FFF2-40B4-BE49-F238E27FC236}">
                <a16:creationId xmlns:a16="http://schemas.microsoft.com/office/drawing/2014/main" id="{E7105B8C-1E90-B50C-E901-ACACDA460A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29f4e0c77c_0_19:notes">
            <a:extLst>
              <a:ext uri="{FF2B5EF4-FFF2-40B4-BE49-F238E27FC236}">
                <a16:creationId xmlns:a16="http://schemas.microsoft.com/office/drawing/2014/main" id="{3F5595F2-D87F-5729-53BD-374167F058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35153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4DF9E785-1DA1-ECBB-C0DE-25B9CB474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29f4e0c77c_0_19:notes">
            <a:extLst>
              <a:ext uri="{FF2B5EF4-FFF2-40B4-BE49-F238E27FC236}">
                <a16:creationId xmlns:a16="http://schemas.microsoft.com/office/drawing/2014/main" id="{9C057A62-2890-5329-D528-70A1BBAB16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29f4e0c77c_0_19:notes">
            <a:extLst>
              <a:ext uri="{FF2B5EF4-FFF2-40B4-BE49-F238E27FC236}">
                <a16:creationId xmlns:a16="http://schemas.microsoft.com/office/drawing/2014/main" id="{9D025757-B014-192F-D9B4-55040A0111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82049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8F57E6A1-5A7E-73A1-305A-8C04D804A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29f4e0c77c_0_19:notes">
            <a:extLst>
              <a:ext uri="{FF2B5EF4-FFF2-40B4-BE49-F238E27FC236}">
                <a16:creationId xmlns:a16="http://schemas.microsoft.com/office/drawing/2014/main" id="{DC9B467F-E038-ED8C-92FF-8EBF537B60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29f4e0c77c_0_19:notes">
            <a:extLst>
              <a:ext uri="{FF2B5EF4-FFF2-40B4-BE49-F238E27FC236}">
                <a16:creationId xmlns:a16="http://schemas.microsoft.com/office/drawing/2014/main" id="{A1D16793-46D6-5967-4EEC-52E3B792AD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4901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1F4B6051-2728-211B-A81E-F4DE2059D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29f4e0c77c_0_19:notes">
            <a:extLst>
              <a:ext uri="{FF2B5EF4-FFF2-40B4-BE49-F238E27FC236}">
                <a16:creationId xmlns:a16="http://schemas.microsoft.com/office/drawing/2014/main" id="{8DCF9522-0126-A5B3-1FEB-91C47D67B0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29f4e0c77c_0_19:notes">
            <a:extLst>
              <a:ext uri="{FF2B5EF4-FFF2-40B4-BE49-F238E27FC236}">
                <a16:creationId xmlns:a16="http://schemas.microsoft.com/office/drawing/2014/main" id="{4C28EE25-70BC-62F2-7DB2-D819D4CA92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02067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11EDC5A8-4EAC-D38E-7CCB-ACAAD96FA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29f4e0c77c_0_19:notes">
            <a:extLst>
              <a:ext uri="{FF2B5EF4-FFF2-40B4-BE49-F238E27FC236}">
                <a16:creationId xmlns:a16="http://schemas.microsoft.com/office/drawing/2014/main" id="{C6AC5FFC-8EE0-BB48-8698-153D077473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29f4e0c77c_0_19:notes">
            <a:extLst>
              <a:ext uri="{FF2B5EF4-FFF2-40B4-BE49-F238E27FC236}">
                <a16:creationId xmlns:a16="http://schemas.microsoft.com/office/drawing/2014/main" id="{DCA04D54-CCD0-B0D1-9AF9-805A324678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01472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336A30D0-73D5-08A1-B67A-030C58BA4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29f4e0c77c_0_19:notes">
            <a:extLst>
              <a:ext uri="{FF2B5EF4-FFF2-40B4-BE49-F238E27FC236}">
                <a16:creationId xmlns:a16="http://schemas.microsoft.com/office/drawing/2014/main" id="{EACB7747-15CA-9EF0-D2FD-32E0BD4AD1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29f4e0c77c_0_19:notes">
            <a:extLst>
              <a:ext uri="{FF2B5EF4-FFF2-40B4-BE49-F238E27FC236}">
                <a16:creationId xmlns:a16="http://schemas.microsoft.com/office/drawing/2014/main" id="{56F69B99-F0E8-C721-763D-34A985ACAF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95206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87F56A6D-A5E3-49AC-A860-669EE7BF4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29f4e0c77c_0_19:notes">
            <a:extLst>
              <a:ext uri="{FF2B5EF4-FFF2-40B4-BE49-F238E27FC236}">
                <a16:creationId xmlns:a16="http://schemas.microsoft.com/office/drawing/2014/main" id="{014A5964-DA12-423E-D470-4078DADFF8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29f4e0c77c_0_19:notes">
            <a:extLst>
              <a:ext uri="{FF2B5EF4-FFF2-40B4-BE49-F238E27FC236}">
                <a16:creationId xmlns:a16="http://schemas.microsoft.com/office/drawing/2014/main" id="{F88A9B21-86E5-5E13-6DDE-4E367061E7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33755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C4FF3A45-A3BA-9396-4108-F5A6E3A44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29f4e0c77c_0_19:notes">
            <a:extLst>
              <a:ext uri="{FF2B5EF4-FFF2-40B4-BE49-F238E27FC236}">
                <a16:creationId xmlns:a16="http://schemas.microsoft.com/office/drawing/2014/main" id="{51DB7CF4-9D25-AECA-C911-9903A8311C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29f4e0c77c_0_19:notes">
            <a:extLst>
              <a:ext uri="{FF2B5EF4-FFF2-40B4-BE49-F238E27FC236}">
                <a16:creationId xmlns:a16="http://schemas.microsoft.com/office/drawing/2014/main" id="{D4BD7E1B-CCFC-2D7B-B736-BD922F4D6B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00677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29f4e0c77c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29f4e0c77c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9C4DBABD-7344-B2A6-0677-515131FB0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29f4e0c77c_0_19:notes">
            <a:extLst>
              <a:ext uri="{FF2B5EF4-FFF2-40B4-BE49-F238E27FC236}">
                <a16:creationId xmlns:a16="http://schemas.microsoft.com/office/drawing/2014/main" id="{8EDDB1DC-2D9E-2966-142C-5D0746BD66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29f4e0c77c_0_19:notes">
            <a:extLst>
              <a:ext uri="{FF2B5EF4-FFF2-40B4-BE49-F238E27FC236}">
                <a16:creationId xmlns:a16="http://schemas.microsoft.com/office/drawing/2014/main" id="{183C8E36-2228-561C-2981-00084ADE1D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7741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Release Note</a:t>
            </a:r>
            <a:endParaRPr/>
          </a:p>
        </p:txBody>
      </p:sp>
      <p:graphicFrame>
        <p:nvGraphicFramePr>
          <p:cNvPr id="55" name="Google Shape;55;p13"/>
          <p:cNvGraphicFramePr/>
          <p:nvPr>
            <p:extLst>
              <p:ext uri="{D42A27DB-BD31-4B8C-83A1-F6EECF244321}">
                <p14:modId xmlns:p14="http://schemas.microsoft.com/office/powerpoint/2010/main" val="2551898834"/>
              </p:ext>
            </p:extLst>
          </p:nvPr>
        </p:nvGraphicFramePr>
        <p:xfrm>
          <a:off x="396875" y="1156600"/>
          <a:ext cx="8435400" cy="3428725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93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8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버전</a:t>
                      </a:r>
                      <a:endParaRPr sz="1000"/>
                    </a:p>
                  </a:txBody>
                  <a:tcPr marL="91425" marR="91425" marT="91425" marB="914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수정 내용</a:t>
                      </a:r>
                      <a:endParaRPr sz="1000"/>
                    </a:p>
                  </a:txBody>
                  <a:tcPr marL="91425" marR="91425" marT="91425" marB="914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수정자</a:t>
                      </a:r>
                      <a:endParaRPr sz="1000"/>
                    </a:p>
                  </a:txBody>
                  <a:tcPr marL="91425" marR="91425" marT="91425" marB="914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수정 일시</a:t>
                      </a:r>
                      <a:endParaRPr sz="1000"/>
                    </a:p>
                  </a:txBody>
                  <a:tcPr marL="91425" marR="91425" marT="91425" marB="91425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v0.0.1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최초 기획서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dirty="0"/>
                        <a:t>202</a:t>
                      </a:r>
                      <a:r>
                        <a:rPr lang="en-US" altLang="ko" sz="1000" dirty="0"/>
                        <a:t>6</a:t>
                      </a:r>
                      <a:r>
                        <a:rPr lang="ko" sz="1000" dirty="0"/>
                        <a:t>-0</a:t>
                      </a:r>
                      <a:r>
                        <a:rPr lang="en-US" altLang="ko" sz="1000" dirty="0"/>
                        <a:t>5</a:t>
                      </a:r>
                      <a:r>
                        <a:rPr lang="ko" sz="1000" dirty="0"/>
                        <a:t>-</a:t>
                      </a:r>
                      <a:r>
                        <a:rPr lang="en-US" altLang="ko" sz="1000" dirty="0"/>
                        <a:t>19</a:t>
                      </a:r>
                      <a:endParaRPr sz="10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066363-F121-249B-12E1-862A6DACD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026009-FF4F-81D2-E11D-A6DA8B019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수납</a:t>
            </a:r>
            <a:endParaRPr lang="en-US" altLang="ko-KR" dirty="0"/>
          </a:p>
          <a:p>
            <a:r>
              <a:rPr lang="ko-KR" altLang="en-US" dirty="0"/>
              <a:t>쇼핑리스트</a:t>
            </a:r>
            <a:endParaRPr lang="en-US" altLang="ko-KR" dirty="0"/>
          </a:p>
          <a:p>
            <a:r>
              <a:rPr lang="en-US" altLang="ko-KR" dirty="0" err="1"/>
              <a:t>db</a:t>
            </a:r>
            <a:endParaRPr lang="en-US" altLang="ko-KR" dirty="0"/>
          </a:p>
          <a:p>
            <a:r>
              <a:rPr lang="ko-KR" altLang="en-US" dirty="0"/>
              <a:t>설정</a:t>
            </a:r>
          </a:p>
        </p:txBody>
      </p:sp>
    </p:spTree>
    <p:extLst>
      <p:ext uri="{BB962C8B-B14F-4D97-AF65-F5344CB8AC3E}">
        <p14:creationId xmlns:p14="http://schemas.microsoft.com/office/powerpoint/2010/main" val="2919412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4C4594-5CED-9CAF-720C-CDC5C5327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수납</a:t>
            </a:r>
          </a:p>
        </p:txBody>
      </p:sp>
    </p:spTree>
    <p:extLst>
      <p:ext uri="{BB962C8B-B14F-4D97-AF65-F5344CB8AC3E}">
        <p14:creationId xmlns:p14="http://schemas.microsoft.com/office/powerpoint/2010/main" val="1311676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132300" y="171975"/>
            <a:ext cx="6455700" cy="522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6"/>
          <p:cNvSpPr txBox="1"/>
          <p:nvPr/>
        </p:nvSpPr>
        <p:spPr>
          <a:xfrm>
            <a:off x="291050" y="231525"/>
            <a:ext cx="826800" cy="379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2"/>
                </a:solidFill>
              </a:rPr>
              <a:t>TEMI</a:t>
            </a:r>
            <a:endParaRPr sz="1200" dirty="0">
              <a:solidFill>
                <a:schemeClr val="dk2"/>
              </a:solidFill>
            </a:endParaRPr>
          </a:p>
        </p:txBody>
      </p:sp>
      <p:graphicFrame>
        <p:nvGraphicFramePr>
          <p:cNvPr id="73" name="Google Shape;73;p16"/>
          <p:cNvGraphicFramePr/>
          <p:nvPr>
            <p:extLst>
              <p:ext uri="{D42A27DB-BD31-4B8C-83A1-F6EECF244321}">
                <p14:modId xmlns:p14="http://schemas.microsoft.com/office/powerpoint/2010/main" val="587477685"/>
              </p:ext>
            </p:extLst>
          </p:nvPr>
        </p:nvGraphicFramePr>
        <p:xfrm>
          <a:off x="1243525" y="231525"/>
          <a:ext cx="5254700" cy="169975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9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 위치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 dirty="0"/>
                        <a:t>[</a:t>
                      </a:r>
                      <a:r>
                        <a:rPr lang="en-US" altLang="ko" sz="800" dirty="0"/>
                        <a:t>HOME</a:t>
                      </a:r>
                      <a:r>
                        <a:rPr lang="ko" sz="800" dirty="0"/>
                        <a:t>]</a:t>
                      </a:r>
                      <a:endParaRPr sz="800" dirty="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" name="Google Shape;74;p16"/>
          <p:cNvGraphicFramePr/>
          <p:nvPr>
            <p:extLst>
              <p:ext uri="{D42A27DB-BD31-4B8C-83A1-F6EECF244321}">
                <p14:modId xmlns:p14="http://schemas.microsoft.com/office/powerpoint/2010/main" val="3757096381"/>
              </p:ext>
            </p:extLst>
          </p:nvPr>
        </p:nvGraphicFramePr>
        <p:xfrm>
          <a:off x="1243525" y="440838"/>
          <a:ext cx="5254700" cy="169875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9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화면명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800" dirty="0">
                          <a:solidFill>
                            <a:schemeClr val="dk1"/>
                          </a:solidFill>
                        </a:rPr>
                        <a:t>홈 페이지 </a:t>
                      </a:r>
                      <a:endParaRPr sz="800" dirty="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Google Shape;75;p16"/>
          <p:cNvGraphicFramePr/>
          <p:nvPr>
            <p:extLst>
              <p:ext uri="{D42A27DB-BD31-4B8C-83A1-F6EECF244321}">
                <p14:modId xmlns:p14="http://schemas.microsoft.com/office/powerpoint/2010/main" val="816830694"/>
              </p:ext>
            </p:extLst>
          </p:nvPr>
        </p:nvGraphicFramePr>
        <p:xfrm>
          <a:off x="6657000" y="171975"/>
          <a:ext cx="2420850" cy="4100200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31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4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 설명 - Description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※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" sz="700" dirty="0"/>
                        <a:t>[HOME]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700" dirty="0"/>
                        <a:t>최초 노출 화면 </a:t>
                      </a:r>
                      <a:endParaRPr lang="en-US" altLang="ko-KR"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1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" altLang="ko-KR" sz="700" dirty="0">
                          <a:solidFill>
                            <a:schemeClr val="dk1"/>
                          </a:solidFill>
                        </a:rPr>
                        <a:t>&lt;btn&gt;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수납추가 페이지 연결 버튼</a:t>
                      </a: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2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" altLang="ko-KR" sz="700" dirty="0">
                          <a:solidFill>
                            <a:schemeClr val="dk1"/>
                          </a:solidFill>
                        </a:rPr>
                        <a:t>&lt;btn&gt;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쇼핑리스트 페이지 연결 버튼</a:t>
                      </a: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3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br>
                        <a:rPr lang="ko" altLang="ko-KR" sz="600" dirty="0">
                          <a:solidFill>
                            <a:schemeClr val="dk1"/>
                          </a:solidFill>
                        </a:rPr>
                      </a:br>
                      <a:r>
                        <a:rPr lang="ko" altLang="ko-KR" sz="600" dirty="0">
                          <a:solidFill>
                            <a:schemeClr val="dk1"/>
                          </a:solidFill>
                        </a:rPr>
                        <a:t>&lt;btn&gt;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조회</a:t>
                      </a:r>
                      <a:r>
                        <a:rPr lang="ko-KR" altLang="en-US" sz="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페이지 연결 버튼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4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&lt;</a:t>
                      </a:r>
                      <a:r>
                        <a:rPr lang="en-US" altLang="ko-KR" sz="800" dirty="0" err="1"/>
                        <a:t>btn</a:t>
                      </a:r>
                      <a:r>
                        <a:rPr lang="en-US" altLang="ko-KR" sz="800" dirty="0"/>
                        <a:t>&gt; </a:t>
                      </a:r>
                      <a:r>
                        <a:rPr lang="ko-KR" altLang="en-US" sz="800" dirty="0"/>
                        <a:t>설정 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 err="1"/>
                        <a:t>테미연결</a:t>
                      </a:r>
                      <a:r>
                        <a:rPr lang="en-US" altLang="ko-KR" sz="800" dirty="0"/>
                        <a:t>/</a:t>
                      </a:r>
                      <a:r>
                        <a:rPr lang="ko-KR" altLang="en-US" sz="800" dirty="0"/>
                        <a:t>연동 서랍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5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9" name="Google Shape;79;p16"/>
          <p:cNvSpPr/>
          <p:nvPr/>
        </p:nvSpPr>
        <p:spPr>
          <a:xfrm>
            <a:off x="1493659" y="1877160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2</a:t>
            </a:r>
            <a:endParaRPr sz="1200" dirty="0"/>
          </a:p>
        </p:txBody>
      </p:sp>
      <p:sp>
        <p:nvSpPr>
          <p:cNvPr id="87" name="Google Shape;87;p16"/>
          <p:cNvSpPr/>
          <p:nvPr/>
        </p:nvSpPr>
        <p:spPr>
          <a:xfrm>
            <a:off x="1578036" y="3160991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4</a:t>
            </a:r>
            <a:endParaRPr sz="1200" dirty="0"/>
          </a:p>
        </p:txBody>
      </p:sp>
      <p:sp>
        <p:nvSpPr>
          <p:cNvPr id="88" name="Google Shape;88;p16"/>
          <p:cNvSpPr/>
          <p:nvPr/>
        </p:nvSpPr>
        <p:spPr>
          <a:xfrm>
            <a:off x="1528159" y="1049067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1</a:t>
            </a:r>
            <a:endParaRPr sz="1200" dirty="0"/>
          </a:p>
        </p:txBody>
      </p:sp>
      <p:sp>
        <p:nvSpPr>
          <p:cNvPr id="90" name="Google Shape;90;p16"/>
          <p:cNvSpPr/>
          <p:nvPr/>
        </p:nvSpPr>
        <p:spPr>
          <a:xfrm>
            <a:off x="1618786" y="2491567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3</a:t>
            </a:r>
            <a:endParaRPr sz="12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0770C2C-5490-8D40-C76B-CBF7739A7447}"/>
              </a:ext>
            </a:extLst>
          </p:cNvPr>
          <p:cNvSpPr/>
          <p:nvPr/>
        </p:nvSpPr>
        <p:spPr>
          <a:xfrm>
            <a:off x="1425388" y="859346"/>
            <a:ext cx="2312894" cy="3991079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1F023E6-FC60-2DAB-5937-F88D3B6A3488}"/>
              </a:ext>
            </a:extLst>
          </p:cNvPr>
          <p:cNvSpPr/>
          <p:nvPr/>
        </p:nvSpPr>
        <p:spPr>
          <a:xfrm>
            <a:off x="1753160" y="1162631"/>
            <a:ext cx="1657350" cy="5611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수납추가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7426736-DF4F-0333-3B63-78EA975010F9}"/>
              </a:ext>
            </a:extLst>
          </p:cNvPr>
          <p:cNvSpPr/>
          <p:nvPr/>
        </p:nvSpPr>
        <p:spPr>
          <a:xfrm>
            <a:off x="1753159" y="1832055"/>
            <a:ext cx="1657351" cy="5611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쇼핑리스트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0195C0C-DFBC-0E15-EE66-76CD02B07C69}"/>
              </a:ext>
            </a:extLst>
          </p:cNvPr>
          <p:cNvSpPr/>
          <p:nvPr/>
        </p:nvSpPr>
        <p:spPr>
          <a:xfrm>
            <a:off x="1805518" y="2571750"/>
            <a:ext cx="1604992" cy="5611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DB</a:t>
            </a:r>
            <a:r>
              <a:rPr lang="ko-KR" altLang="en-US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4FD49DF-3142-1921-3785-9C65528C02AA}"/>
              </a:ext>
            </a:extLst>
          </p:cNvPr>
          <p:cNvSpPr/>
          <p:nvPr/>
        </p:nvSpPr>
        <p:spPr>
          <a:xfrm>
            <a:off x="1822159" y="3252371"/>
            <a:ext cx="1604991" cy="5611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설정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CE87FE90-0528-B709-7A69-C9447612A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>
            <a:extLst>
              <a:ext uri="{FF2B5EF4-FFF2-40B4-BE49-F238E27FC236}">
                <a16:creationId xmlns:a16="http://schemas.microsoft.com/office/drawing/2014/main" id="{83956C3B-7BC4-B991-29B5-DC23F3F82CD2}"/>
              </a:ext>
            </a:extLst>
          </p:cNvPr>
          <p:cNvSpPr/>
          <p:nvPr/>
        </p:nvSpPr>
        <p:spPr>
          <a:xfrm>
            <a:off x="132300" y="171975"/>
            <a:ext cx="6455700" cy="522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D80ECC8F-11D1-F0E5-AF85-DD96367E5675}"/>
              </a:ext>
            </a:extLst>
          </p:cNvPr>
          <p:cNvSpPr txBox="1"/>
          <p:nvPr/>
        </p:nvSpPr>
        <p:spPr>
          <a:xfrm>
            <a:off x="291050" y="231525"/>
            <a:ext cx="826800" cy="379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2"/>
                </a:solidFill>
              </a:rPr>
              <a:t>TEMI</a:t>
            </a:r>
            <a:endParaRPr sz="1200" dirty="0">
              <a:solidFill>
                <a:schemeClr val="dk2"/>
              </a:solidFill>
            </a:endParaRPr>
          </a:p>
        </p:txBody>
      </p:sp>
      <p:graphicFrame>
        <p:nvGraphicFramePr>
          <p:cNvPr id="73" name="Google Shape;73;p16">
            <a:extLst>
              <a:ext uri="{FF2B5EF4-FFF2-40B4-BE49-F238E27FC236}">
                <a16:creationId xmlns:a16="http://schemas.microsoft.com/office/drawing/2014/main" id="{A6E945E7-03AC-152D-6EE0-52E29E50E3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379351"/>
              </p:ext>
            </p:extLst>
          </p:nvPr>
        </p:nvGraphicFramePr>
        <p:xfrm>
          <a:off x="1243525" y="231525"/>
          <a:ext cx="5254700" cy="169975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9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 위치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 dirty="0"/>
                        <a:t>[</a:t>
                      </a:r>
                      <a:r>
                        <a:rPr lang="en-US" altLang="ko" sz="800" dirty="0"/>
                        <a:t>HOME&gt;</a:t>
                      </a:r>
                      <a:r>
                        <a:rPr lang="ko-KR" altLang="en-US" sz="800" dirty="0"/>
                        <a:t>카메라촬영</a:t>
                      </a:r>
                      <a:r>
                        <a:rPr lang="ko" sz="800" dirty="0"/>
                        <a:t>]</a:t>
                      </a:r>
                      <a:endParaRPr sz="800" dirty="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" name="Google Shape;74;p16">
            <a:extLst>
              <a:ext uri="{FF2B5EF4-FFF2-40B4-BE49-F238E27FC236}">
                <a16:creationId xmlns:a16="http://schemas.microsoft.com/office/drawing/2014/main" id="{B73AAF49-618B-5C2D-BB95-004C9063BF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3231960"/>
              </p:ext>
            </p:extLst>
          </p:nvPr>
        </p:nvGraphicFramePr>
        <p:xfrm>
          <a:off x="1243525" y="440838"/>
          <a:ext cx="5254700" cy="169875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9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화면명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800" dirty="0"/>
                        <a:t>카메라촬영</a:t>
                      </a:r>
                      <a:endParaRPr sz="800" dirty="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Google Shape;75;p16">
            <a:extLst>
              <a:ext uri="{FF2B5EF4-FFF2-40B4-BE49-F238E27FC236}">
                <a16:creationId xmlns:a16="http://schemas.microsoft.com/office/drawing/2014/main" id="{0B479368-0D98-585D-514F-E8D685EBA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9433653"/>
              </p:ext>
            </p:extLst>
          </p:nvPr>
        </p:nvGraphicFramePr>
        <p:xfrm>
          <a:off x="6657000" y="171975"/>
          <a:ext cx="2420850" cy="4100200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31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4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 설명 - Description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※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00" b="1" dirty="0"/>
                        <a:t>[</a:t>
                      </a:r>
                      <a:r>
                        <a:rPr lang="en-US" altLang="ko" sz="700" dirty="0"/>
                        <a:t>[HOME&gt;</a:t>
                      </a:r>
                      <a:r>
                        <a:rPr lang="ko-KR" altLang="en-US" sz="700" dirty="0"/>
                        <a:t>카메라촬영</a:t>
                      </a:r>
                      <a:r>
                        <a:rPr lang="en-US" altLang="ko-KR" sz="700" dirty="0"/>
                        <a:t>]</a:t>
                      </a:r>
                      <a:endParaRPr lang="ko-KR" altLang="en-US" sz="7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700" dirty="0"/>
                        <a:t>수납 정보 </a:t>
                      </a:r>
                      <a:r>
                        <a:rPr lang="ko-KR" altLang="en-US" sz="700" dirty="0" err="1"/>
                        <a:t>입력시</a:t>
                      </a:r>
                      <a:r>
                        <a:rPr lang="ko-KR" altLang="en-US" sz="700" dirty="0"/>
                        <a:t> 카메라 촬영 구간</a:t>
                      </a: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1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" altLang="ko-KR" sz="700" dirty="0">
                          <a:solidFill>
                            <a:schemeClr val="dk1"/>
                          </a:solidFill>
                        </a:rPr>
                        <a:t>&lt;</a:t>
                      </a: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canvas</a:t>
                      </a:r>
                      <a:r>
                        <a:rPr lang="ko" altLang="ko-KR" sz="700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ko-KR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실시간 카메라 미리보기</a:t>
                      </a:r>
                      <a:r>
                        <a:rPr lang="en-US" altLang="ko-KR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. </a:t>
                      </a:r>
                      <a:r>
                        <a:rPr lang="ko-KR" altLang="ko-KR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가이드 프레임 표시</a:t>
                      </a:r>
                      <a:r>
                        <a:rPr lang="en-US" altLang="ko-KR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촬영 정보 띄우기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 dirty="0"/>
                        <a:t>2</a:t>
                      </a:r>
                      <a:endParaRPr sz="800" dirty="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" altLang="ko-KR" sz="700" dirty="0">
                          <a:solidFill>
                            <a:schemeClr val="dk1"/>
                          </a:solidFill>
                        </a:rPr>
                        <a:t>&lt;btn&gt;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촬영 </a:t>
                      </a:r>
                      <a:r>
                        <a:rPr lang="en-US" altLang="ko-KR" sz="700" dirty="0">
                          <a:solidFill>
                            <a:schemeClr val="dk1"/>
                          </a:solidFill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쵤영버튼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3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" altLang="ko-KR" sz="700" dirty="0">
                          <a:solidFill>
                            <a:schemeClr val="dk1"/>
                          </a:solidFill>
                        </a:rPr>
                        <a:t>&lt;btn&gt;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갤러리 </a:t>
                      </a:r>
                      <a:r>
                        <a:rPr lang="en-US" altLang="ko-KR" sz="700" dirty="0">
                          <a:solidFill>
                            <a:schemeClr val="dk1"/>
                          </a:solidFill>
                        </a:rPr>
                        <a:t>: </a:t>
                      </a:r>
                      <a:r>
                        <a:rPr lang="ko-KR" altLang="ko-KR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기존 사진을 선택하여 업로드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4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>
                          <a:solidFill>
                            <a:schemeClr val="dk1"/>
                          </a:solidFill>
                        </a:rPr>
                        <a:t>&lt;</a:t>
                      </a:r>
                      <a:r>
                        <a:rPr lang="en-US" altLang="ko-KR" sz="700" dirty="0" err="1">
                          <a:solidFill>
                            <a:schemeClr val="dk1"/>
                          </a:solidFill>
                        </a:rPr>
                        <a:t>btn</a:t>
                      </a:r>
                      <a:r>
                        <a:rPr lang="en-US" altLang="ko-KR" sz="700" dirty="0">
                          <a:solidFill>
                            <a:schemeClr val="dk1"/>
                          </a:solidFill>
                        </a:rPr>
                        <a:t>&gt;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 분석 </a:t>
                      </a:r>
                      <a:r>
                        <a:rPr lang="en-US" altLang="ko-KR" sz="700" dirty="0">
                          <a:solidFill>
                            <a:schemeClr val="dk1"/>
                          </a:solidFill>
                        </a:rPr>
                        <a:t>: </a:t>
                      </a:r>
                      <a:r>
                        <a:rPr lang="en-US" altLang="ko-KR" sz="700" dirty="0" err="1">
                          <a:solidFill>
                            <a:schemeClr val="dk1"/>
                          </a:solidFill>
                        </a:rPr>
                        <a:t>vlm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 비전 분석  </a:t>
                      </a:r>
                      <a:endParaRPr lang="ko-KR" altLang="en-US"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5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9" name="Google Shape;79;p16">
            <a:extLst>
              <a:ext uri="{FF2B5EF4-FFF2-40B4-BE49-F238E27FC236}">
                <a16:creationId xmlns:a16="http://schemas.microsoft.com/office/drawing/2014/main" id="{5F03CA12-13AF-4F78-BF50-F43B3A1CC44F}"/>
              </a:ext>
            </a:extLst>
          </p:cNvPr>
          <p:cNvSpPr/>
          <p:nvPr/>
        </p:nvSpPr>
        <p:spPr>
          <a:xfrm>
            <a:off x="1375242" y="3310635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2</a:t>
            </a:r>
            <a:endParaRPr sz="1200" dirty="0"/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94BAA60E-7C1A-4E45-20ED-3DFAA9D8A7BE}"/>
              </a:ext>
            </a:extLst>
          </p:cNvPr>
          <p:cNvSpPr/>
          <p:nvPr/>
        </p:nvSpPr>
        <p:spPr>
          <a:xfrm>
            <a:off x="1312888" y="3879695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4</a:t>
            </a:r>
            <a:endParaRPr sz="1200"/>
          </a:p>
        </p:txBody>
      </p:sp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15CAECE9-B61F-2AB3-9941-0111050F63C0}"/>
              </a:ext>
            </a:extLst>
          </p:cNvPr>
          <p:cNvSpPr/>
          <p:nvPr/>
        </p:nvSpPr>
        <p:spPr>
          <a:xfrm>
            <a:off x="1331378" y="927797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1</a:t>
            </a:r>
            <a:endParaRPr sz="1200" dirty="0"/>
          </a:p>
        </p:txBody>
      </p:sp>
      <p:sp>
        <p:nvSpPr>
          <p:cNvPr id="90" name="Google Shape;90;p16">
            <a:extLst>
              <a:ext uri="{FF2B5EF4-FFF2-40B4-BE49-F238E27FC236}">
                <a16:creationId xmlns:a16="http://schemas.microsoft.com/office/drawing/2014/main" id="{0A65154D-60F9-6FAF-DA37-8D8A1470E092}"/>
              </a:ext>
            </a:extLst>
          </p:cNvPr>
          <p:cNvSpPr/>
          <p:nvPr/>
        </p:nvSpPr>
        <p:spPr>
          <a:xfrm>
            <a:off x="2478580" y="3274571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3</a:t>
            </a:r>
            <a:endParaRPr sz="12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BA0446A-A0BC-CC36-F4A8-6C5F649A8D39}"/>
              </a:ext>
            </a:extLst>
          </p:cNvPr>
          <p:cNvSpPr/>
          <p:nvPr/>
        </p:nvSpPr>
        <p:spPr>
          <a:xfrm>
            <a:off x="1425388" y="859346"/>
            <a:ext cx="2312894" cy="3991079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7C357A5-76FA-C033-43BD-80B262656681}"/>
              </a:ext>
            </a:extLst>
          </p:cNvPr>
          <p:cNvSpPr/>
          <p:nvPr/>
        </p:nvSpPr>
        <p:spPr>
          <a:xfrm>
            <a:off x="1562660" y="1060181"/>
            <a:ext cx="2056840" cy="22545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카메라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B78AED2-EE7B-964D-B641-75A4492D5F40}"/>
              </a:ext>
            </a:extLst>
          </p:cNvPr>
          <p:cNvSpPr/>
          <p:nvPr/>
        </p:nvSpPr>
        <p:spPr>
          <a:xfrm>
            <a:off x="1556378" y="3447085"/>
            <a:ext cx="1002672" cy="3664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촬영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87E0C4F-46E0-E5B6-CBDE-0FF41D01877D}"/>
              </a:ext>
            </a:extLst>
          </p:cNvPr>
          <p:cNvSpPr/>
          <p:nvPr/>
        </p:nvSpPr>
        <p:spPr>
          <a:xfrm>
            <a:off x="2653060" y="3447085"/>
            <a:ext cx="966440" cy="3664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갤러리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28EF39A-8B91-7209-628D-8C7E5EE6278E}"/>
              </a:ext>
            </a:extLst>
          </p:cNvPr>
          <p:cNvSpPr/>
          <p:nvPr/>
        </p:nvSpPr>
        <p:spPr>
          <a:xfrm>
            <a:off x="1556378" y="4024935"/>
            <a:ext cx="2056840" cy="3664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분석</a:t>
            </a:r>
          </a:p>
        </p:txBody>
      </p:sp>
    </p:spTree>
    <p:extLst>
      <p:ext uri="{BB962C8B-B14F-4D97-AF65-F5344CB8AC3E}">
        <p14:creationId xmlns:p14="http://schemas.microsoft.com/office/powerpoint/2010/main" val="1154375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1DEE0C44-6FF6-0FE7-9E45-FC55E5047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>
            <a:extLst>
              <a:ext uri="{FF2B5EF4-FFF2-40B4-BE49-F238E27FC236}">
                <a16:creationId xmlns:a16="http://schemas.microsoft.com/office/drawing/2014/main" id="{64AF80A0-3D81-C8F3-58C6-707745AD1199}"/>
              </a:ext>
            </a:extLst>
          </p:cNvPr>
          <p:cNvSpPr/>
          <p:nvPr/>
        </p:nvSpPr>
        <p:spPr>
          <a:xfrm>
            <a:off x="132300" y="171975"/>
            <a:ext cx="6455700" cy="522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98928E36-E5FD-4FB6-217A-BF9FD06EF188}"/>
              </a:ext>
            </a:extLst>
          </p:cNvPr>
          <p:cNvSpPr txBox="1"/>
          <p:nvPr/>
        </p:nvSpPr>
        <p:spPr>
          <a:xfrm>
            <a:off x="291050" y="231525"/>
            <a:ext cx="826800" cy="379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2"/>
                </a:solidFill>
              </a:rPr>
              <a:t>TEMI</a:t>
            </a:r>
            <a:endParaRPr sz="1200" dirty="0">
              <a:solidFill>
                <a:schemeClr val="dk2"/>
              </a:solidFill>
            </a:endParaRPr>
          </a:p>
        </p:txBody>
      </p:sp>
      <p:graphicFrame>
        <p:nvGraphicFramePr>
          <p:cNvPr id="73" name="Google Shape;73;p16">
            <a:extLst>
              <a:ext uri="{FF2B5EF4-FFF2-40B4-BE49-F238E27FC236}">
                <a16:creationId xmlns:a16="http://schemas.microsoft.com/office/drawing/2014/main" id="{DF4CFC07-BB4E-3742-8056-3E0AE23646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836843"/>
              </p:ext>
            </p:extLst>
          </p:nvPr>
        </p:nvGraphicFramePr>
        <p:xfrm>
          <a:off x="1243525" y="231525"/>
          <a:ext cx="5254700" cy="169975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9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 위치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 dirty="0"/>
                        <a:t>[</a:t>
                      </a:r>
                      <a:r>
                        <a:rPr lang="en-US" altLang="ko" sz="800" dirty="0"/>
                        <a:t>HOME&gt;</a:t>
                      </a:r>
                      <a:r>
                        <a:rPr lang="ko-KR" altLang="en-US" sz="800" dirty="0"/>
                        <a:t>카메라촬영</a:t>
                      </a:r>
                      <a:r>
                        <a:rPr lang="en-US" altLang="ko-KR" sz="800" dirty="0"/>
                        <a:t>&gt;</a:t>
                      </a:r>
                      <a:r>
                        <a:rPr lang="ko-KR" altLang="en-US" sz="800" dirty="0"/>
                        <a:t>수납리스트</a:t>
                      </a:r>
                      <a:r>
                        <a:rPr lang="ko" sz="800" dirty="0"/>
                        <a:t>]</a:t>
                      </a:r>
                      <a:endParaRPr sz="800" dirty="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" name="Google Shape;74;p16">
            <a:extLst>
              <a:ext uri="{FF2B5EF4-FFF2-40B4-BE49-F238E27FC236}">
                <a16:creationId xmlns:a16="http://schemas.microsoft.com/office/drawing/2014/main" id="{1370868D-E1AA-B05E-70BC-D76AE16F1C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9230848"/>
              </p:ext>
            </p:extLst>
          </p:nvPr>
        </p:nvGraphicFramePr>
        <p:xfrm>
          <a:off x="1243525" y="440838"/>
          <a:ext cx="5254700" cy="169875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9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화면명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800" dirty="0"/>
                        <a:t>수납리스트</a:t>
                      </a:r>
                      <a:endParaRPr sz="800" dirty="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Google Shape;75;p16">
            <a:extLst>
              <a:ext uri="{FF2B5EF4-FFF2-40B4-BE49-F238E27FC236}">
                <a16:creationId xmlns:a16="http://schemas.microsoft.com/office/drawing/2014/main" id="{128BA956-E4B5-110C-9C96-FBD334C123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5209125"/>
              </p:ext>
            </p:extLst>
          </p:nvPr>
        </p:nvGraphicFramePr>
        <p:xfrm>
          <a:off x="6657000" y="171975"/>
          <a:ext cx="2420850" cy="4100200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31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4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 설명 - Description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※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/>
                        <a:t>[HOME&gt;</a:t>
                      </a:r>
                      <a:r>
                        <a:rPr lang="ko-KR" altLang="en-US" sz="700" dirty="0"/>
                        <a:t>카메라촬영</a:t>
                      </a:r>
                      <a:r>
                        <a:rPr lang="en-US" altLang="ko-KR" sz="700" dirty="0"/>
                        <a:t>&gt;</a:t>
                      </a:r>
                      <a:r>
                        <a:rPr lang="ko-KR" altLang="en-US" sz="700" dirty="0"/>
                        <a:t>수납리스트</a:t>
                      </a:r>
                      <a:r>
                        <a:rPr lang="en-US" altLang="ko-KR" sz="700" dirty="0"/>
                        <a:t>]</a:t>
                      </a:r>
                      <a:endParaRPr lang="ko-KR" altLang="en-US" sz="7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700" dirty="0"/>
                        <a:t>촬영 이후 탐색된 리스트 확인 및 추가 단계</a:t>
                      </a: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1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1 </a:t>
                      </a:r>
                      <a:r>
                        <a:rPr lang="ko" altLang="ko-KR" sz="700" dirty="0">
                          <a:solidFill>
                            <a:schemeClr val="dk1"/>
                          </a:solidFill>
                        </a:rPr>
                        <a:t>&lt;</a:t>
                      </a: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list</a:t>
                      </a:r>
                      <a:r>
                        <a:rPr lang="ko" altLang="ko-KR" sz="700" dirty="0">
                          <a:solidFill>
                            <a:schemeClr val="dk1"/>
                          </a:solidFill>
                        </a:rPr>
                        <a:t>&gt;</a:t>
                      </a: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탐색된 리스트 </a:t>
                      </a:r>
                      <a:r>
                        <a:rPr lang="en-US" altLang="ko-KR" sz="700" dirty="0">
                          <a:solidFill>
                            <a:schemeClr val="dk1"/>
                          </a:solidFill>
                        </a:rPr>
                        <a:t>: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탐색된 객체들을 </a:t>
                      </a:r>
                      <a:r>
                        <a:rPr lang="en-US" altLang="ko-KR" sz="700" dirty="0">
                          <a:solidFill>
                            <a:schemeClr val="dk1"/>
                          </a:solidFill>
                        </a:rPr>
                        <a:t>display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하고 순서가 지정된 상태 </a:t>
                      </a:r>
                      <a:endParaRPr lang="en-US" altLang="ko-KR" sz="7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solidFill>
                            <a:schemeClr val="dk1"/>
                          </a:solidFill>
                        </a:rPr>
                        <a:t>1-1 </a:t>
                      </a:r>
                      <a:r>
                        <a:rPr lang="ko-KR" altLang="en-US" sz="700" b="0" dirty="0">
                          <a:solidFill>
                            <a:schemeClr val="dk1"/>
                          </a:solidFill>
                        </a:rPr>
                        <a:t>리스트 객체</a:t>
                      </a:r>
                      <a:endParaRPr lang="en-US" altLang="ko-KR" sz="700" b="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solidFill>
                            <a:schemeClr val="dk1"/>
                          </a:solidFill>
                        </a:rPr>
                        <a:t>1-2&lt;scrollbar&gt;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 dirty="0"/>
                        <a:t>2</a:t>
                      </a:r>
                      <a:endParaRPr sz="800" dirty="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" altLang="ko-KR" sz="700" dirty="0">
                          <a:solidFill>
                            <a:schemeClr val="dk1"/>
                          </a:solidFill>
                        </a:rPr>
                        <a:t>&lt;btn&gt;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음성추가 </a:t>
                      </a:r>
                      <a:r>
                        <a:rPr lang="en-US" altLang="ko-KR" sz="700" dirty="0">
                          <a:solidFill>
                            <a:schemeClr val="dk1"/>
                          </a:solidFill>
                        </a:rPr>
                        <a:t>: </a:t>
                      </a:r>
                      <a:r>
                        <a:rPr lang="en-US" altLang="ko-KR" sz="700" dirty="0" err="1">
                          <a:solidFill>
                            <a:schemeClr val="dk1"/>
                          </a:solidFill>
                        </a:rPr>
                        <a:t>temi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를 호출하고 음성을 통해 추가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3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" altLang="ko-KR" sz="700" dirty="0">
                          <a:solidFill>
                            <a:schemeClr val="dk1"/>
                          </a:solidFill>
                        </a:rPr>
                        <a:t>&lt;btn&gt;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수동추가 </a:t>
                      </a:r>
                      <a:r>
                        <a:rPr lang="en-US" altLang="ko-KR" sz="700" dirty="0">
                          <a:solidFill>
                            <a:schemeClr val="dk1"/>
                          </a:solidFill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임시리스트를 직접 작성</a:t>
                      </a:r>
                      <a:endParaRPr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4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>
                          <a:solidFill>
                            <a:schemeClr val="dk1"/>
                          </a:solidFill>
                        </a:rPr>
                        <a:t>&lt;</a:t>
                      </a:r>
                      <a:r>
                        <a:rPr lang="en-US" altLang="ko-KR" sz="700" dirty="0" err="1">
                          <a:solidFill>
                            <a:schemeClr val="dk1"/>
                          </a:solidFill>
                        </a:rPr>
                        <a:t>btn</a:t>
                      </a:r>
                      <a:r>
                        <a:rPr lang="en-US" altLang="ko-KR" sz="700" dirty="0">
                          <a:solidFill>
                            <a:schemeClr val="dk1"/>
                          </a:solidFill>
                        </a:rPr>
                        <a:t>&gt;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 수납 </a:t>
                      </a:r>
                      <a:r>
                        <a:rPr lang="en-US" altLang="ko-KR" sz="700" dirty="0">
                          <a:solidFill>
                            <a:schemeClr val="dk1"/>
                          </a:solidFill>
                        </a:rPr>
                        <a:t>: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수납 시작</a:t>
                      </a:r>
                      <a:endParaRPr lang="ko-KR" altLang="en-US"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 dirty="0"/>
                        <a:t>5</a:t>
                      </a:r>
                      <a:endParaRPr sz="800" dirty="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9" name="Google Shape;79;p16">
            <a:extLst>
              <a:ext uri="{FF2B5EF4-FFF2-40B4-BE49-F238E27FC236}">
                <a16:creationId xmlns:a16="http://schemas.microsoft.com/office/drawing/2014/main" id="{D192444B-5A9D-8897-DB77-BDEFA2BED382}"/>
              </a:ext>
            </a:extLst>
          </p:cNvPr>
          <p:cNvSpPr/>
          <p:nvPr/>
        </p:nvSpPr>
        <p:spPr>
          <a:xfrm>
            <a:off x="1375242" y="3310635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2</a:t>
            </a:r>
            <a:endParaRPr sz="1200" dirty="0"/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57E3A676-B779-65F7-5275-6A2A8071AA18}"/>
              </a:ext>
            </a:extLst>
          </p:cNvPr>
          <p:cNvSpPr/>
          <p:nvPr/>
        </p:nvSpPr>
        <p:spPr>
          <a:xfrm>
            <a:off x="1331378" y="4253099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4</a:t>
            </a:r>
            <a:endParaRPr sz="1200"/>
          </a:p>
        </p:txBody>
      </p:sp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B99874F4-1207-6801-4C71-773DB4EEB2F3}"/>
              </a:ext>
            </a:extLst>
          </p:cNvPr>
          <p:cNvSpPr/>
          <p:nvPr/>
        </p:nvSpPr>
        <p:spPr>
          <a:xfrm>
            <a:off x="1331378" y="927797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1</a:t>
            </a:r>
            <a:endParaRPr sz="1200" dirty="0"/>
          </a:p>
        </p:txBody>
      </p:sp>
      <p:sp>
        <p:nvSpPr>
          <p:cNvPr id="90" name="Google Shape;90;p16">
            <a:extLst>
              <a:ext uri="{FF2B5EF4-FFF2-40B4-BE49-F238E27FC236}">
                <a16:creationId xmlns:a16="http://schemas.microsoft.com/office/drawing/2014/main" id="{E44DD946-3992-7732-CC7E-65370E4F61E1}"/>
              </a:ext>
            </a:extLst>
          </p:cNvPr>
          <p:cNvSpPr/>
          <p:nvPr/>
        </p:nvSpPr>
        <p:spPr>
          <a:xfrm>
            <a:off x="1345948" y="3687931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3</a:t>
            </a:r>
            <a:endParaRPr sz="12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167F405-B85A-4D20-2022-D243DB8EADE8}"/>
              </a:ext>
            </a:extLst>
          </p:cNvPr>
          <p:cNvSpPr/>
          <p:nvPr/>
        </p:nvSpPr>
        <p:spPr>
          <a:xfrm>
            <a:off x="1425388" y="859346"/>
            <a:ext cx="2312894" cy="3991079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C39E785-CE25-428A-0C48-5A40BC5CC3EA}"/>
              </a:ext>
            </a:extLst>
          </p:cNvPr>
          <p:cNvSpPr/>
          <p:nvPr/>
        </p:nvSpPr>
        <p:spPr>
          <a:xfrm>
            <a:off x="1562660" y="1060181"/>
            <a:ext cx="2056840" cy="22545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임시 리스트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D0FE5B9-727D-CB9F-DF39-EE26BC23C6AB}"/>
              </a:ext>
            </a:extLst>
          </p:cNvPr>
          <p:cNvSpPr/>
          <p:nvPr/>
        </p:nvSpPr>
        <p:spPr>
          <a:xfrm>
            <a:off x="1556378" y="3464714"/>
            <a:ext cx="2056840" cy="2452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음성추가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E515A57-0418-398E-0B20-EF020A8DA2F3}"/>
              </a:ext>
            </a:extLst>
          </p:cNvPr>
          <p:cNvSpPr/>
          <p:nvPr/>
        </p:nvSpPr>
        <p:spPr>
          <a:xfrm>
            <a:off x="1556378" y="3794278"/>
            <a:ext cx="2056840" cy="2544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수동추가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1B7CE91-1467-D65D-5DD1-E8D56757ED78}"/>
              </a:ext>
            </a:extLst>
          </p:cNvPr>
          <p:cNvSpPr/>
          <p:nvPr/>
        </p:nvSpPr>
        <p:spPr>
          <a:xfrm>
            <a:off x="1562660" y="4327523"/>
            <a:ext cx="2056840" cy="3664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수납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7914CAA-D81F-5A49-33E4-355CB21E4473}"/>
              </a:ext>
            </a:extLst>
          </p:cNvPr>
          <p:cNvSpPr/>
          <p:nvPr/>
        </p:nvSpPr>
        <p:spPr>
          <a:xfrm>
            <a:off x="1749705" y="1165861"/>
            <a:ext cx="1682750" cy="279400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세제</a:t>
            </a:r>
            <a:r>
              <a:rPr lang="en-US" altLang="ko-KR" dirty="0"/>
              <a:t>/1</a:t>
            </a:r>
            <a:r>
              <a:rPr lang="ko-KR" altLang="en-US" dirty="0"/>
              <a:t>번 서랍 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0329E01-77A5-B877-A4C6-634A131FD1B0}"/>
              </a:ext>
            </a:extLst>
          </p:cNvPr>
          <p:cNvSpPr/>
          <p:nvPr/>
        </p:nvSpPr>
        <p:spPr>
          <a:xfrm>
            <a:off x="1749705" y="1483836"/>
            <a:ext cx="1682750" cy="279400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8F1F351-2B4D-6B16-EE08-4BCF11F14F4D}"/>
              </a:ext>
            </a:extLst>
          </p:cNvPr>
          <p:cNvSpPr/>
          <p:nvPr/>
        </p:nvSpPr>
        <p:spPr>
          <a:xfrm>
            <a:off x="1749705" y="1811972"/>
            <a:ext cx="1682750" cy="279400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97DB356-0B74-84F9-CCB7-6E05632D8E44}"/>
              </a:ext>
            </a:extLst>
          </p:cNvPr>
          <p:cNvSpPr/>
          <p:nvPr/>
        </p:nvSpPr>
        <p:spPr>
          <a:xfrm>
            <a:off x="3546867" y="1243275"/>
            <a:ext cx="45719" cy="1752299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B136F33-A0E0-5BC8-04EF-C6C98B052680}"/>
              </a:ext>
            </a:extLst>
          </p:cNvPr>
          <p:cNvSpPr/>
          <p:nvPr/>
        </p:nvSpPr>
        <p:spPr>
          <a:xfrm flipH="1">
            <a:off x="3546867" y="1255455"/>
            <a:ext cx="45719" cy="465614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Google Shape;88;p16">
            <a:extLst>
              <a:ext uri="{FF2B5EF4-FFF2-40B4-BE49-F238E27FC236}">
                <a16:creationId xmlns:a16="http://schemas.microsoft.com/office/drawing/2014/main" id="{C59CD920-97EF-E7A8-1F4F-55E7A1DD2B94}"/>
              </a:ext>
            </a:extLst>
          </p:cNvPr>
          <p:cNvSpPr/>
          <p:nvPr/>
        </p:nvSpPr>
        <p:spPr>
          <a:xfrm>
            <a:off x="1579999" y="1081529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 dirty="0"/>
              <a:t>1</a:t>
            </a:r>
            <a:r>
              <a:rPr lang="en-US" altLang="ko" sz="500" dirty="0"/>
              <a:t>-1</a:t>
            </a:r>
            <a:endParaRPr sz="500" dirty="0"/>
          </a:p>
        </p:txBody>
      </p:sp>
      <p:sp>
        <p:nvSpPr>
          <p:cNvPr id="14" name="Google Shape;88;p16">
            <a:extLst>
              <a:ext uri="{FF2B5EF4-FFF2-40B4-BE49-F238E27FC236}">
                <a16:creationId xmlns:a16="http://schemas.microsoft.com/office/drawing/2014/main" id="{FB108EB5-3BD7-8E80-EA52-BD8907740A55}"/>
              </a:ext>
            </a:extLst>
          </p:cNvPr>
          <p:cNvSpPr/>
          <p:nvPr/>
        </p:nvSpPr>
        <p:spPr>
          <a:xfrm>
            <a:off x="3377161" y="1139274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 dirty="0"/>
              <a:t>1</a:t>
            </a:r>
            <a:r>
              <a:rPr lang="en-US" altLang="ko" sz="500" dirty="0"/>
              <a:t>-2</a:t>
            </a:r>
            <a:endParaRPr sz="500" dirty="0"/>
          </a:p>
        </p:txBody>
      </p:sp>
    </p:spTree>
    <p:extLst>
      <p:ext uri="{BB962C8B-B14F-4D97-AF65-F5344CB8AC3E}">
        <p14:creationId xmlns:p14="http://schemas.microsoft.com/office/powerpoint/2010/main" val="68549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96D168DE-D198-8346-353A-FED04F185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>
            <a:extLst>
              <a:ext uri="{FF2B5EF4-FFF2-40B4-BE49-F238E27FC236}">
                <a16:creationId xmlns:a16="http://schemas.microsoft.com/office/drawing/2014/main" id="{D523695C-8853-379F-7EF4-9C19F41914E7}"/>
              </a:ext>
            </a:extLst>
          </p:cNvPr>
          <p:cNvSpPr/>
          <p:nvPr/>
        </p:nvSpPr>
        <p:spPr>
          <a:xfrm>
            <a:off x="132300" y="171975"/>
            <a:ext cx="6455700" cy="522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82D8AF51-0F8E-3864-FC96-C5903A578060}"/>
              </a:ext>
            </a:extLst>
          </p:cNvPr>
          <p:cNvSpPr txBox="1"/>
          <p:nvPr/>
        </p:nvSpPr>
        <p:spPr>
          <a:xfrm>
            <a:off x="291050" y="231525"/>
            <a:ext cx="826800" cy="379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2"/>
                </a:solidFill>
              </a:rPr>
              <a:t>TEMI</a:t>
            </a:r>
            <a:endParaRPr sz="1200" dirty="0">
              <a:solidFill>
                <a:schemeClr val="dk2"/>
              </a:solidFill>
            </a:endParaRPr>
          </a:p>
        </p:txBody>
      </p:sp>
      <p:graphicFrame>
        <p:nvGraphicFramePr>
          <p:cNvPr id="73" name="Google Shape;73;p16">
            <a:extLst>
              <a:ext uri="{FF2B5EF4-FFF2-40B4-BE49-F238E27FC236}">
                <a16:creationId xmlns:a16="http://schemas.microsoft.com/office/drawing/2014/main" id="{711D6510-679E-FEBC-125A-68E6B7454D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1410918"/>
              </p:ext>
            </p:extLst>
          </p:nvPr>
        </p:nvGraphicFramePr>
        <p:xfrm>
          <a:off x="1243525" y="231525"/>
          <a:ext cx="5254700" cy="169975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9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 위치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 dirty="0"/>
                        <a:t>[</a:t>
                      </a:r>
                      <a:r>
                        <a:rPr lang="en-US" altLang="ko" sz="800" dirty="0"/>
                        <a:t>HOME&gt;</a:t>
                      </a:r>
                      <a:r>
                        <a:rPr lang="ko-KR" altLang="en-US" sz="800" dirty="0"/>
                        <a:t>카메라촬영</a:t>
                      </a:r>
                      <a:r>
                        <a:rPr lang="en-US" altLang="ko-KR" sz="800" dirty="0"/>
                        <a:t>&gt;</a:t>
                      </a:r>
                      <a:r>
                        <a:rPr lang="ko-KR" altLang="en-US" sz="800" dirty="0"/>
                        <a:t>수납리스트</a:t>
                      </a:r>
                      <a:r>
                        <a:rPr lang="en-US" altLang="ko-KR" sz="800" dirty="0"/>
                        <a:t>&gt;</a:t>
                      </a:r>
                      <a:r>
                        <a:rPr lang="ko-KR" altLang="en-US" sz="800" dirty="0"/>
                        <a:t>수납가이드</a:t>
                      </a:r>
                      <a:r>
                        <a:rPr lang="ko" sz="800" dirty="0"/>
                        <a:t>]</a:t>
                      </a:r>
                      <a:endParaRPr sz="800" dirty="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" name="Google Shape;74;p16">
            <a:extLst>
              <a:ext uri="{FF2B5EF4-FFF2-40B4-BE49-F238E27FC236}">
                <a16:creationId xmlns:a16="http://schemas.microsoft.com/office/drawing/2014/main" id="{F21EC911-C8E9-4FCB-B554-0DD01B4723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9127141"/>
              </p:ext>
            </p:extLst>
          </p:nvPr>
        </p:nvGraphicFramePr>
        <p:xfrm>
          <a:off x="1243525" y="440838"/>
          <a:ext cx="5254700" cy="169875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9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화면명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800" dirty="0"/>
                        <a:t>수납가이드</a:t>
                      </a:r>
                      <a:endParaRPr sz="800" dirty="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Google Shape;75;p16">
            <a:extLst>
              <a:ext uri="{FF2B5EF4-FFF2-40B4-BE49-F238E27FC236}">
                <a16:creationId xmlns:a16="http://schemas.microsoft.com/office/drawing/2014/main" id="{51CB87CB-C849-5357-BC68-64347896DF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1846078"/>
              </p:ext>
            </p:extLst>
          </p:nvPr>
        </p:nvGraphicFramePr>
        <p:xfrm>
          <a:off x="6657000" y="171975"/>
          <a:ext cx="2420850" cy="4989640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31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4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 dirty="0"/>
                        <a:t>화면 설명 - Description</a:t>
                      </a:r>
                      <a:endParaRPr sz="800" dirty="0"/>
                    </a:p>
                  </a:txBody>
                  <a:tcPr marL="18000" marR="18000" marT="18000" marB="18000" anchor="ctr"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※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/>
                        <a:t>[HOME&gt;</a:t>
                      </a:r>
                      <a:r>
                        <a:rPr lang="ko-KR" altLang="en-US" sz="700" dirty="0"/>
                        <a:t>카메라촬영</a:t>
                      </a:r>
                      <a:r>
                        <a:rPr lang="en-US" altLang="ko-KR" sz="700" dirty="0"/>
                        <a:t>&gt;</a:t>
                      </a:r>
                      <a:r>
                        <a:rPr lang="ko-KR" altLang="en-US" sz="700" dirty="0"/>
                        <a:t>수납리스트</a:t>
                      </a:r>
                      <a:r>
                        <a:rPr lang="en-US" altLang="ko-KR" sz="700" dirty="0"/>
                        <a:t>&gt;</a:t>
                      </a:r>
                      <a:r>
                        <a:rPr lang="ko-KR" altLang="en-US" sz="700" dirty="0"/>
                        <a:t>수납가이드</a:t>
                      </a:r>
                      <a:r>
                        <a:rPr lang="en-US" altLang="ko-KR" sz="700" dirty="0"/>
                        <a:t>]</a:t>
                      </a:r>
                      <a:endParaRPr lang="ko-KR" altLang="en-US" sz="7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700" dirty="0"/>
                        <a:t>수납 단계 </a:t>
                      </a: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 dirty="0"/>
                        <a:t>1</a:t>
                      </a:r>
                      <a:endParaRPr sz="800" dirty="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 &lt;text&gt;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현재 수납 가이드라인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 dirty="0"/>
                        <a:t>2</a:t>
                      </a:r>
                      <a:endParaRPr sz="800" dirty="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2 </a:t>
                      </a:r>
                      <a:r>
                        <a:rPr lang="ko" altLang="ko-KR" sz="700" dirty="0">
                          <a:solidFill>
                            <a:schemeClr val="dk1"/>
                          </a:solidFill>
                        </a:rPr>
                        <a:t>&lt;</a:t>
                      </a: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list</a:t>
                      </a:r>
                      <a:r>
                        <a:rPr lang="ko" altLang="ko-KR" sz="700" dirty="0">
                          <a:solidFill>
                            <a:schemeClr val="dk1"/>
                          </a:solidFill>
                        </a:rPr>
                        <a:t>&gt;</a:t>
                      </a: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수납 순서 지정된 리스트</a:t>
                      </a:r>
                      <a:endParaRPr lang="en-US" altLang="ko-KR" sz="7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2-1 &lt;</a:t>
                      </a:r>
                      <a:r>
                        <a:rPr lang="en-US" altLang="ko" sz="700" dirty="0" err="1">
                          <a:solidFill>
                            <a:schemeClr val="dk1"/>
                          </a:solidFill>
                        </a:rPr>
                        <a:t>btn</a:t>
                      </a: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&gt;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리스트 객체 선택 하여 </a:t>
                      </a:r>
                      <a:r>
                        <a:rPr lang="en-US" altLang="ko-KR" sz="700" dirty="0">
                          <a:solidFill>
                            <a:schemeClr val="dk1"/>
                          </a:solidFill>
                        </a:rPr>
                        <a:t>(3)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활성화 </a:t>
                      </a: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00" dirty="0">
                          <a:solidFill>
                            <a:schemeClr val="dk1"/>
                          </a:solidFill>
                        </a:rPr>
                        <a:t>2-2 </a:t>
                      </a:r>
                      <a:r>
                        <a:rPr lang="en-US" altLang="ko-KR" sz="700" b="0" dirty="0">
                          <a:solidFill>
                            <a:schemeClr val="dk1"/>
                          </a:solidFill>
                        </a:rPr>
                        <a:t>&lt;scrollbar&gt;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 dirty="0"/>
                        <a:t>3</a:t>
                      </a:r>
                      <a:endParaRPr sz="800" dirty="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3 </a:t>
                      </a:r>
                      <a:r>
                        <a:rPr lang="ko" altLang="ko-KR" sz="700" dirty="0">
                          <a:solidFill>
                            <a:schemeClr val="dk1"/>
                          </a:solidFill>
                        </a:rPr>
                        <a:t>&lt;</a:t>
                      </a: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list</a:t>
                      </a:r>
                      <a:r>
                        <a:rPr lang="ko" altLang="ko-KR" sz="700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기능리스트</a:t>
                      </a:r>
                      <a:endParaRPr lang="en-US" altLang="ko-KR" sz="7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700" dirty="0">
                          <a:solidFill>
                            <a:schemeClr val="dk1"/>
                          </a:solidFill>
                        </a:rPr>
                        <a:t>3-1 &lt;</a:t>
                      </a:r>
                      <a:r>
                        <a:rPr lang="en-US" sz="700" dirty="0" err="1">
                          <a:solidFill>
                            <a:schemeClr val="dk1"/>
                          </a:solidFill>
                        </a:rPr>
                        <a:t>btn</a:t>
                      </a:r>
                      <a:r>
                        <a:rPr lang="en-US" sz="700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먼저진행 </a:t>
                      </a:r>
                      <a:r>
                        <a:rPr lang="en-US" altLang="ko-KR" sz="700" dirty="0">
                          <a:solidFill>
                            <a:schemeClr val="dk1"/>
                          </a:solidFill>
                        </a:rPr>
                        <a:t>: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선택된 객체를 먼저 진행</a:t>
                      </a:r>
                      <a:endParaRPr lang="en-US" altLang="ko-KR" sz="7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700" dirty="0">
                          <a:solidFill>
                            <a:schemeClr val="dk1"/>
                          </a:solidFill>
                        </a:rPr>
                        <a:t>3-2 &lt;</a:t>
                      </a:r>
                      <a:r>
                        <a:rPr lang="en-US" sz="700" dirty="0" err="1">
                          <a:solidFill>
                            <a:schemeClr val="dk1"/>
                          </a:solidFill>
                        </a:rPr>
                        <a:t>btn</a:t>
                      </a:r>
                      <a:r>
                        <a:rPr lang="en-US" sz="700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후위순위로 변경 </a:t>
                      </a:r>
                      <a:r>
                        <a:rPr lang="en-US" altLang="ko-KR" sz="700" dirty="0">
                          <a:solidFill>
                            <a:schemeClr val="dk1"/>
                          </a:solidFill>
                        </a:rPr>
                        <a:t>: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리스트 맨 뒤로 보내 나중에 처리</a:t>
                      </a:r>
                      <a:endParaRPr lang="en-US" altLang="ko-KR" sz="7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700" dirty="0">
                          <a:solidFill>
                            <a:schemeClr val="dk1"/>
                          </a:solidFill>
                        </a:rPr>
                        <a:t>3-3 &lt;</a:t>
                      </a:r>
                      <a:r>
                        <a:rPr lang="en-US" sz="700" dirty="0" err="1">
                          <a:solidFill>
                            <a:schemeClr val="dk1"/>
                          </a:solidFill>
                        </a:rPr>
                        <a:t>btn</a:t>
                      </a:r>
                      <a:r>
                        <a:rPr lang="en-US" sz="700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완료처리 </a:t>
                      </a:r>
                      <a:r>
                        <a:rPr lang="en-US" altLang="ko-KR" sz="700" dirty="0">
                          <a:solidFill>
                            <a:schemeClr val="dk1"/>
                          </a:solidFill>
                        </a:rPr>
                        <a:t>: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센서를 통해 </a:t>
                      </a:r>
                      <a:r>
                        <a:rPr lang="ko-KR" altLang="en-US" sz="700" dirty="0" err="1">
                          <a:solidFill>
                            <a:schemeClr val="dk1"/>
                          </a:solidFill>
                        </a:rPr>
                        <a:t>미감지된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 객체를 임의로 완료 처리 진행</a:t>
                      </a:r>
                      <a:endParaRPr lang="en-US" altLang="ko-KR" sz="7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700" dirty="0">
                          <a:solidFill>
                            <a:schemeClr val="dk1"/>
                          </a:solidFill>
                        </a:rPr>
                        <a:t>3-4 &lt;</a:t>
                      </a:r>
                      <a:r>
                        <a:rPr lang="en-US" sz="700" dirty="0" err="1">
                          <a:solidFill>
                            <a:schemeClr val="dk1"/>
                          </a:solidFill>
                        </a:rPr>
                        <a:t>btn</a:t>
                      </a:r>
                      <a:r>
                        <a:rPr lang="en-US" sz="700" dirty="0">
                          <a:solidFill>
                            <a:schemeClr val="dk1"/>
                          </a:solidFill>
                        </a:rPr>
                        <a:t>&gt;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미완료 처리 </a:t>
                      </a:r>
                      <a:r>
                        <a:rPr lang="en-US" altLang="ko-KR" sz="700" dirty="0">
                          <a:solidFill>
                            <a:schemeClr val="dk1"/>
                          </a:solidFill>
                        </a:rPr>
                        <a:t>: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잘못 처리된 데이터 미완료 처리</a:t>
                      </a:r>
                      <a:endParaRPr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 dirty="0"/>
                        <a:t>4</a:t>
                      </a:r>
                      <a:endParaRPr sz="800" dirty="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>
                          <a:solidFill>
                            <a:schemeClr val="dk1"/>
                          </a:solidFill>
                        </a:rPr>
                        <a:t>&lt;text&gt;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센서 상태 확인</a:t>
                      </a:r>
                      <a:endParaRPr lang="ko-KR" altLang="en-US"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 dirty="0"/>
                        <a:t>5</a:t>
                      </a:r>
                      <a:endParaRPr sz="800" dirty="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700" b="0" dirty="0"/>
                        <a:t>진행률 현재단계</a:t>
                      </a:r>
                      <a:r>
                        <a:rPr lang="en-US" altLang="ko-KR" sz="700" b="0" dirty="0"/>
                        <a:t>/</a:t>
                      </a:r>
                      <a:r>
                        <a:rPr lang="ko-KR" altLang="en-US" sz="700" b="0" dirty="0"/>
                        <a:t>전체</a:t>
                      </a:r>
                      <a:endParaRPr lang="en-US" sz="700" b="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dirty="0"/>
                        <a:t>&lt;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Progress Bar</a:t>
                      </a:r>
                      <a:r>
                        <a:rPr lang="en-US" sz="700" b="0" dirty="0"/>
                        <a:t>&gt;  </a:t>
                      </a:r>
                      <a:r>
                        <a:rPr lang="ko-KR" altLang="en-US" sz="700" b="0" dirty="0"/>
                        <a:t>진행된 양 만큼 바를 통해 시각적으로 보여줌</a:t>
                      </a:r>
                      <a:endParaRPr sz="700" b="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6</a:t>
                      </a:r>
                      <a:endParaRPr sz="800" dirty="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dirty="0"/>
                        <a:t>&lt;</a:t>
                      </a:r>
                      <a:r>
                        <a:rPr lang="en-US" sz="700" b="0" dirty="0" err="1"/>
                        <a:t>btn</a:t>
                      </a:r>
                      <a:r>
                        <a:rPr lang="en-US" sz="700" b="0" dirty="0"/>
                        <a:t>&gt; </a:t>
                      </a:r>
                      <a:r>
                        <a:rPr lang="ko-KR" altLang="en-US" sz="700" b="0" dirty="0"/>
                        <a:t>완료 버튼</a:t>
                      </a:r>
                      <a:endParaRPr sz="700" b="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21111176"/>
                  </a:ext>
                </a:extLst>
              </a:tr>
            </a:tbl>
          </a:graphicData>
        </a:graphic>
      </p:graphicFrame>
      <p:sp>
        <p:nvSpPr>
          <p:cNvPr id="79" name="Google Shape;79;p16">
            <a:extLst>
              <a:ext uri="{FF2B5EF4-FFF2-40B4-BE49-F238E27FC236}">
                <a16:creationId xmlns:a16="http://schemas.microsoft.com/office/drawing/2014/main" id="{F557A23B-2152-0E4E-E2BD-50C111513C71}"/>
              </a:ext>
            </a:extLst>
          </p:cNvPr>
          <p:cNvSpPr/>
          <p:nvPr/>
        </p:nvSpPr>
        <p:spPr>
          <a:xfrm>
            <a:off x="1297535" y="1232022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2</a:t>
            </a:r>
            <a:endParaRPr sz="1200" dirty="0"/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28E7BA2B-0D7D-91B5-4532-0B86864454BC}"/>
              </a:ext>
            </a:extLst>
          </p:cNvPr>
          <p:cNvSpPr/>
          <p:nvPr/>
        </p:nvSpPr>
        <p:spPr>
          <a:xfrm>
            <a:off x="1361909" y="3523449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4</a:t>
            </a:r>
            <a:endParaRPr sz="1200"/>
          </a:p>
        </p:txBody>
      </p:sp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4EAD0827-3851-596E-8D08-761890544D63}"/>
              </a:ext>
            </a:extLst>
          </p:cNvPr>
          <p:cNvSpPr/>
          <p:nvPr/>
        </p:nvSpPr>
        <p:spPr>
          <a:xfrm>
            <a:off x="1340834" y="843318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1</a:t>
            </a:r>
            <a:endParaRPr sz="1200" dirty="0"/>
          </a:p>
        </p:txBody>
      </p:sp>
      <p:sp>
        <p:nvSpPr>
          <p:cNvPr id="90" name="Google Shape;90;p16">
            <a:extLst>
              <a:ext uri="{FF2B5EF4-FFF2-40B4-BE49-F238E27FC236}">
                <a16:creationId xmlns:a16="http://schemas.microsoft.com/office/drawing/2014/main" id="{FFE4F5FE-6473-C5DD-066B-4AAAA069C416}"/>
              </a:ext>
            </a:extLst>
          </p:cNvPr>
          <p:cNvSpPr/>
          <p:nvPr/>
        </p:nvSpPr>
        <p:spPr>
          <a:xfrm>
            <a:off x="2825750" y="1243003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3</a:t>
            </a:r>
            <a:endParaRPr sz="12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85DF5C8-C2CE-59E4-8A84-A920115D4A56}"/>
              </a:ext>
            </a:extLst>
          </p:cNvPr>
          <p:cNvSpPr/>
          <p:nvPr/>
        </p:nvSpPr>
        <p:spPr>
          <a:xfrm>
            <a:off x="1425388" y="859346"/>
            <a:ext cx="2312894" cy="3991079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3D693B4-A153-4DBA-4252-FB2347F52CDD}"/>
              </a:ext>
            </a:extLst>
          </p:cNvPr>
          <p:cNvSpPr/>
          <p:nvPr/>
        </p:nvSpPr>
        <p:spPr>
          <a:xfrm>
            <a:off x="1568870" y="1329577"/>
            <a:ext cx="1269372" cy="22545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2ACDBA2-15A4-41BC-963F-23F02447B1BA}"/>
              </a:ext>
            </a:extLst>
          </p:cNvPr>
          <p:cNvSpPr/>
          <p:nvPr/>
        </p:nvSpPr>
        <p:spPr>
          <a:xfrm>
            <a:off x="1562660" y="990224"/>
            <a:ext cx="2056840" cy="2452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지금 수납 </a:t>
            </a:r>
            <a:r>
              <a:rPr lang="en-US" altLang="ko-KR" sz="800" dirty="0">
                <a:solidFill>
                  <a:schemeClr val="tx1"/>
                </a:solidFill>
              </a:rPr>
              <a:t>-&gt; 1 </a:t>
            </a:r>
            <a:r>
              <a:rPr lang="ko-KR" altLang="en-US" sz="800" dirty="0" err="1">
                <a:solidFill>
                  <a:schemeClr val="tx1"/>
                </a:solidFill>
              </a:rPr>
              <a:t>번서랍세제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90A8BAA-A95E-BA99-402B-85430951FB5B}"/>
              </a:ext>
            </a:extLst>
          </p:cNvPr>
          <p:cNvSpPr/>
          <p:nvPr/>
        </p:nvSpPr>
        <p:spPr>
          <a:xfrm>
            <a:off x="1562660" y="4327523"/>
            <a:ext cx="2056840" cy="3664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완료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4165DF8-1CF8-DD1B-528C-E827802389C9}"/>
              </a:ext>
            </a:extLst>
          </p:cNvPr>
          <p:cNvSpPr/>
          <p:nvPr/>
        </p:nvSpPr>
        <p:spPr>
          <a:xfrm>
            <a:off x="1590221" y="1374516"/>
            <a:ext cx="1098440" cy="301791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세제</a:t>
            </a:r>
            <a:r>
              <a:rPr lang="en-US" altLang="ko-KR" sz="800" dirty="0"/>
              <a:t>/1</a:t>
            </a:r>
            <a:r>
              <a:rPr lang="ko-KR" altLang="en-US" sz="800" dirty="0"/>
              <a:t>번 서랍 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7596910-47F0-F8A8-CCB7-295B3964A56A}"/>
              </a:ext>
            </a:extLst>
          </p:cNvPr>
          <p:cNvSpPr/>
          <p:nvPr/>
        </p:nvSpPr>
        <p:spPr>
          <a:xfrm>
            <a:off x="1565835" y="4106082"/>
            <a:ext cx="2004382" cy="12990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623A590-DD25-8734-4D45-89074F91E5A8}"/>
              </a:ext>
            </a:extLst>
          </p:cNvPr>
          <p:cNvSpPr/>
          <p:nvPr/>
        </p:nvSpPr>
        <p:spPr>
          <a:xfrm>
            <a:off x="1562660" y="4106083"/>
            <a:ext cx="712684" cy="12990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270043-BCD6-88E6-2421-7D04D1DABB5F}"/>
              </a:ext>
            </a:extLst>
          </p:cNvPr>
          <p:cNvSpPr txBox="1"/>
          <p:nvPr/>
        </p:nvSpPr>
        <p:spPr>
          <a:xfrm>
            <a:off x="1425388" y="3906899"/>
            <a:ext cx="7747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진행률 </a:t>
            </a:r>
            <a:r>
              <a:rPr lang="en-US" altLang="ko-KR" sz="800" dirty="0"/>
              <a:t>2/5</a:t>
            </a:r>
            <a:endParaRPr lang="ko-KR" altLang="en-US" sz="8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CB4B202-11BA-241B-8260-9260F167EA72}"/>
              </a:ext>
            </a:extLst>
          </p:cNvPr>
          <p:cNvSpPr/>
          <p:nvPr/>
        </p:nvSpPr>
        <p:spPr>
          <a:xfrm>
            <a:off x="2976633" y="1530405"/>
            <a:ext cx="611470" cy="36830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먼저진행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9D3C8A2-3C1C-14F2-6F97-9B2E01DE2FE4}"/>
              </a:ext>
            </a:extLst>
          </p:cNvPr>
          <p:cNvSpPr/>
          <p:nvPr/>
        </p:nvSpPr>
        <p:spPr>
          <a:xfrm>
            <a:off x="2976633" y="1949080"/>
            <a:ext cx="611470" cy="36830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후위순위로 변경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51272F6-AAC6-DD44-F03E-202E89493925}"/>
              </a:ext>
            </a:extLst>
          </p:cNvPr>
          <p:cNvSpPr/>
          <p:nvPr/>
        </p:nvSpPr>
        <p:spPr>
          <a:xfrm>
            <a:off x="2976633" y="2367755"/>
            <a:ext cx="611470" cy="36830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완료처리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DA5C378-72EA-1F40-345C-FF57E88B4C6D}"/>
              </a:ext>
            </a:extLst>
          </p:cNvPr>
          <p:cNvSpPr/>
          <p:nvPr/>
        </p:nvSpPr>
        <p:spPr>
          <a:xfrm>
            <a:off x="2976633" y="2786430"/>
            <a:ext cx="611470" cy="36830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미완료 처리</a:t>
            </a:r>
            <a:endParaRPr lang="ko-KR" altLang="en-US" sz="800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1D84081-700D-431F-F705-552298A2A3E3}"/>
              </a:ext>
            </a:extLst>
          </p:cNvPr>
          <p:cNvSpPr/>
          <p:nvPr/>
        </p:nvSpPr>
        <p:spPr>
          <a:xfrm>
            <a:off x="2907719" y="1305561"/>
            <a:ext cx="749297" cy="2254519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sz="800" dirty="0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09644E3-E073-FA68-7854-A15E21E1B5A8}"/>
              </a:ext>
            </a:extLst>
          </p:cNvPr>
          <p:cNvSpPr/>
          <p:nvPr/>
        </p:nvSpPr>
        <p:spPr>
          <a:xfrm>
            <a:off x="1565834" y="3634406"/>
            <a:ext cx="2091181" cy="215444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카메라 </a:t>
            </a:r>
            <a:r>
              <a:rPr lang="en-US" altLang="ko-KR" sz="800" dirty="0">
                <a:solidFill>
                  <a:srgbClr val="16A34A"/>
                </a:solidFill>
              </a:rPr>
              <a:t>● </a:t>
            </a:r>
            <a:r>
              <a:rPr lang="ko-KR" altLang="en-US" sz="800" dirty="0" err="1"/>
              <a:t>로드셀</a:t>
            </a:r>
            <a:r>
              <a:rPr lang="ko-KR" altLang="en-US" sz="800" dirty="0"/>
              <a:t> </a:t>
            </a:r>
            <a:r>
              <a:rPr lang="en-US" altLang="ko-KR" sz="800" dirty="0">
                <a:solidFill>
                  <a:srgbClr val="FF0000"/>
                </a:solidFill>
              </a:rPr>
              <a:t>●</a:t>
            </a:r>
            <a:r>
              <a:rPr lang="en-US" altLang="ko-KR" sz="800" dirty="0">
                <a:solidFill>
                  <a:srgbClr val="16A34A"/>
                </a:solidFill>
              </a:rPr>
              <a:t> </a:t>
            </a:r>
            <a:endParaRPr lang="ko-KR" altLang="en-US" sz="800" dirty="0"/>
          </a:p>
        </p:txBody>
      </p:sp>
      <p:sp>
        <p:nvSpPr>
          <p:cNvPr id="29" name="Google Shape;87;p16">
            <a:extLst>
              <a:ext uri="{FF2B5EF4-FFF2-40B4-BE49-F238E27FC236}">
                <a16:creationId xmlns:a16="http://schemas.microsoft.com/office/drawing/2014/main" id="{37860FFA-32EE-903F-DB7F-E5CF4D8DEF1C}"/>
              </a:ext>
            </a:extLst>
          </p:cNvPr>
          <p:cNvSpPr/>
          <p:nvPr/>
        </p:nvSpPr>
        <p:spPr>
          <a:xfrm>
            <a:off x="1306334" y="3849850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1200" dirty="0"/>
              <a:t>5</a:t>
            </a:r>
            <a:endParaRPr sz="1200" dirty="0"/>
          </a:p>
        </p:txBody>
      </p:sp>
      <p:sp>
        <p:nvSpPr>
          <p:cNvPr id="30" name="Google Shape;87;p16">
            <a:extLst>
              <a:ext uri="{FF2B5EF4-FFF2-40B4-BE49-F238E27FC236}">
                <a16:creationId xmlns:a16="http://schemas.microsoft.com/office/drawing/2014/main" id="{465B569E-08AD-0DBD-54DB-478DA79C5501}"/>
              </a:ext>
            </a:extLst>
          </p:cNvPr>
          <p:cNvSpPr/>
          <p:nvPr/>
        </p:nvSpPr>
        <p:spPr>
          <a:xfrm>
            <a:off x="1331378" y="4230271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6</a:t>
            </a:r>
            <a:endParaRPr sz="1200" dirty="0"/>
          </a:p>
        </p:txBody>
      </p:sp>
      <p:sp>
        <p:nvSpPr>
          <p:cNvPr id="31" name="Google Shape;79;p16">
            <a:extLst>
              <a:ext uri="{FF2B5EF4-FFF2-40B4-BE49-F238E27FC236}">
                <a16:creationId xmlns:a16="http://schemas.microsoft.com/office/drawing/2014/main" id="{C5A56544-6D16-7C9A-67E8-B292C134F681}"/>
              </a:ext>
            </a:extLst>
          </p:cNvPr>
          <p:cNvSpPr/>
          <p:nvPr/>
        </p:nvSpPr>
        <p:spPr>
          <a:xfrm>
            <a:off x="1460800" y="1442400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/>
              <a:t>2-1</a:t>
            </a:r>
            <a:endParaRPr sz="600" dirty="0"/>
          </a:p>
        </p:txBody>
      </p:sp>
      <p:sp>
        <p:nvSpPr>
          <p:cNvPr id="32" name="Google Shape;90;p16">
            <a:extLst>
              <a:ext uri="{FF2B5EF4-FFF2-40B4-BE49-F238E27FC236}">
                <a16:creationId xmlns:a16="http://schemas.microsoft.com/office/drawing/2014/main" id="{8BA2F829-4282-99E9-9007-D9FBE5D6E488}"/>
              </a:ext>
            </a:extLst>
          </p:cNvPr>
          <p:cNvSpPr/>
          <p:nvPr/>
        </p:nvSpPr>
        <p:spPr>
          <a:xfrm>
            <a:off x="2880519" y="1471407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 dirty="0"/>
              <a:t>3</a:t>
            </a:r>
            <a:r>
              <a:rPr lang="en-US" altLang="ko" sz="600" dirty="0"/>
              <a:t>-1</a:t>
            </a:r>
            <a:endParaRPr sz="600" dirty="0"/>
          </a:p>
        </p:txBody>
      </p:sp>
      <p:sp>
        <p:nvSpPr>
          <p:cNvPr id="33" name="Google Shape;90;p16">
            <a:extLst>
              <a:ext uri="{FF2B5EF4-FFF2-40B4-BE49-F238E27FC236}">
                <a16:creationId xmlns:a16="http://schemas.microsoft.com/office/drawing/2014/main" id="{5A3311F1-B374-43E2-FAA8-347DE124F8AE}"/>
              </a:ext>
            </a:extLst>
          </p:cNvPr>
          <p:cNvSpPr/>
          <p:nvPr/>
        </p:nvSpPr>
        <p:spPr>
          <a:xfrm>
            <a:off x="2859593" y="1833418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 dirty="0"/>
              <a:t>3</a:t>
            </a:r>
            <a:r>
              <a:rPr lang="en-US" altLang="ko" sz="600" dirty="0"/>
              <a:t>-2</a:t>
            </a:r>
            <a:endParaRPr sz="600" dirty="0"/>
          </a:p>
        </p:txBody>
      </p:sp>
      <p:sp>
        <p:nvSpPr>
          <p:cNvPr id="34" name="Google Shape;90;p16">
            <a:extLst>
              <a:ext uri="{FF2B5EF4-FFF2-40B4-BE49-F238E27FC236}">
                <a16:creationId xmlns:a16="http://schemas.microsoft.com/office/drawing/2014/main" id="{93225EEA-D067-D30C-00A3-89C9EA8624F7}"/>
              </a:ext>
            </a:extLst>
          </p:cNvPr>
          <p:cNvSpPr/>
          <p:nvPr/>
        </p:nvSpPr>
        <p:spPr>
          <a:xfrm>
            <a:off x="2850533" y="2271945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 dirty="0"/>
              <a:t>3</a:t>
            </a:r>
            <a:r>
              <a:rPr lang="en-US" altLang="ko" sz="600" dirty="0"/>
              <a:t>-3</a:t>
            </a:r>
            <a:endParaRPr sz="600" dirty="0"/>
          </a:p>
        </p:txBody>
      </p:sp>
      <p:sp>
        <p:nvSpPr>
          <p:cNvPr id="35" name="Google Shape;90;p16">
            <a:extLst>
              <a:ext uri="{FF2B5EF4-FFF2-40B4-BE49-F238E27FC236}">
                <a16:creationId xmlns:a16="http://schemas.microsoft.com/office/drawing/2014/main" id="{A7DC450B-5AA8-4F48-4A3B-F44526C9E740}"/>
              </a:ext>
            </a:extLst>
          </p:cNvPr>
          <p:cNvSpPr/>
          <p:nvPr/>
        </p:nvSpPr>
        <p:spPr>
          <a:xfrm>
            <a:off x="2859593" y="2678722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 dirty="0"/>
              <a:t>3</a:t>
            </a:r>
            <a:r>
              <a:rPr lang="en-US" altLang="ko" sz="600" dirty="0"/>
              <a:t>-4</a:t>
            </a:r>
            <a:endParaRPr sz="600" dirty="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F988BF45-46E7-6C13-C0E9-560348598343}"/>
              </a:ext>
            </a:extLst>
          </p:cNvPr>
          <p:cNvSpPr/>
          <p:nvPr/>
        </p:nvSpPr>
        <p:spPr>
          <a:xfrm>
            <a:off x="2758138" y="1544850"/>
            <a:ext cx="45719" cy="1752299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6538F670-A096-A499-A179-22D71373F9C6}"/>
              </a:ext>
            </a:extLst>
          </p:cNvPr>
          <p:cNvSpPr/>
          <p:nvPr/>
        </p:nvSpPr>
        <p:spPr>
          <a:xfrm flipH="1">
            <a:off x="2747572" y="1544849"/>
            <a:ext cx="45719" cy="465614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Google Shape;79;p16">
            <a:extLst>
              <a:ext uri="{FF2B5EF4-FFF2-40B4-BE49-F238E27FC236}">
                <a16:creationId xmlns:a16="http://schemas.microsoft.com/office/drawing/2014/main" id="{CBEF3A4E-DD48-3991-E807-132CAACDFD0E}"/>
              </a:ext>
            </a:extLst>
          </p:cNvPr>
          <p:cNvSpPr/>
          <p:nvPr/>
        </p:nvSpPr>
        <p:spPr>
          <a:xfrm>
            <a:off x="2593354" y="1417244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/>
              <a:t>2-2</a:t>
            </a:r>
            <a:endParaRPr sz="600" dirty="0"/>
          </a:p>
        </p:txBody>
      </p:sp>
    </p:spTree>
    <p:extLst>
      <p:ext uri="{BB962C8B-B14F-4D97-AF65-F5344CB8AC3E}">
        <p14:creationId xmlns:p14="http://schemas.microsoft.com/office/powerpoint/2010/main" val="1891289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2F8448-30C7-015E-700C-94148CE4E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쇼핑리스트</a:t>
            </a:r>
          </a:p>
        </p:txBody>
      </p:sp>
    </p:spTree>
    <p:extLst>
      <p:ext uri="{BB962C8B-B14F-4D97-AF65-F5344CB8AC3E}">
        <p14:creationId xmlns:p14="http://schemas.microsoft.com/office/powerpoint/2010/main" val="4114132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81BB15A5-0525-44BC-3AFC-0D8C248B7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>
            <a:extLst>
              <a:ext uri="{FF2B5EF4-FFF2-40B4-BE49-F238E27FC236}">
                <a16:creationId xmlns:a16="http://schemas.microsoft.com/office/drawing/2014/main" id="{F870FDA6-8B1A-5833-51F6-FB94495FCAE2}"/>
              </a:ext>
            </a:extLst>
          </p:cNvPr>
          <p:cNvSpPr/>
          <p:nvPr/>
        </p:nvSpPr>
        <p:spPr>
          <a:xfrm>
            <a:off x="132300" y="171975"/>
            <a:ext cx="6455700" cy="522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A1D519EE-6958-2108-D9CC-0F13C5845D6E}"/>
              </a:ext>
            </a:extLst>
          </p:cNvPr>
          <p:cNvSpPr txBox="1"/>
          <p:nvPr/>
        </p:nvSpPr>
        <p:spPr>
          <a:xfrm>
            <a:off x="291050" y="231525"/>
            <a:ext cx="826800" cy="379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2"/>
                </a:solidFill>
              </a:rPr>
              <a:t>TEMI</a:t>
            </a:r>
            <a:endParaRPr sz="1200" dirty="0">
              <a:solidFill>
                <a:schemeClr val="dk2"/>
              </a:solidFill>
            </a:endParaRPr>
          </a:p>
        </p:txBody>
      </p:sp>
      <p:graphicFrame>
        <p:nvGraphicFramePr>
          <p:cNvPr id="73" name="Google Shape;73;p16">
            <a:extLst>
              <a:ext uri="{FF2B5EF4-FFF2-40B4-BE49-F238E27FC236}">
                <a16:creationId xmlns:a16="http://schemas.microsoft.com/office/drawing/2014/main" id="{092EF212-45DE-098D-58BE-43A23C6B2A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9374673"/>
              </p:ext>
            </p:extLst>
          </p:nvPr>
        </p:nvGraphicFramePr>
        <p:xfrm>
          <a:off x="1243525" y="231525"/>
          <a:ext cx="5254700" cy="169975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9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 위치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 dirty="0"/>
                        <a:t>[</a:t>
                      </a:r>
                      <a:r>
                        <a:rPr lang="en-US" altLang="ko" sz="800" dirty="0"/>
                        <a:t>HOME&gt;</a:t>
                      </a:r>
                      <a:r>
                        <a:rPr lang="ko-KR" altLang="en-US" sz="800" dirty="0"/>
                        <a:t>쇼핑리스트입력</a:t>
                      </a:r>
                      <a:r>
                        <a:rPr lang="ko" sz="800" dirty="0"/>
                        <a:t>]</a:t>
                      </a:r>
                      <a:endParaRPr sz="800" dirty="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" name="Google Shape;74;p16">
            <a:extLst>
              <a:ext uri="{FF2B5EF4-FFF2-40B4-BE49-F238E27FC236}">
                <a16:creationId xmlns:a16="http://schemas.microsoft.com/office/drawing/2014/main" id="{C1D92686-1798-3E1B-A3F0-7D203F66A1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5149727"/>
              </p:ext>
            </p:extLst>
          </p:nvPr>
        </p:nvGraphicFramePr>
        <p:xfrm>
          <a:off x="1243525" y="440838"/>
          <a:ext cx="5254700" cy="169875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9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화면명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800" dirty="0"/>
                        <a:t>쇼핑리스트입력</a:t>
                      </a:r>
                      <a:endParaRPr sz="800" dirty="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Google Shape;75;p16">
            <a:extLst>
              <a:ext uri="{FF2B5EF4-FFF2-40B4-BE49-F238E27FC236}">
                <a16:creationId xmlns:a16="http://schemas.microsoft.com/office/drawing/2014/main" id="{7C2B07FF-9478-85F9-BDAE-8D1DEBD381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3348908"/>
              </p:ext>
            </p:extLst>
          </p:nvPr>
        </p:nvGraphicFramePr>
        <p:xfrm>
          <a:off x="6657000" y="171975"/>
          <a:ext cx="2420850" cy="4100200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31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4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 설명 - Description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※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/>
                        <a:t>[HOME&gt;</a:t>
                      </a:r>
                      <a:r>
                        <a:rPr lang="ko-KR" altLang="en-US" sz="700" dirty="0"/>
                        <a:t>쇼핑리스트입력</a:t>
                      </a:r>
                      <a:r>
                        <a:rPr lang="en-US" altLang="ko-KR" sz="700" dirty="0"/>
                        <a:t>]</a:t>
                      </a:r>
                      <a:endParaRPr lang="ko-KR" altLang="en-US" sz="7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700" dirty="0"/>
                        <a:t>쇼핑리스트 작성한 리스트 통합</a:t>
                      </a:r>
                      <a:endParaRPr lang="en-US" altLang="ko-KR"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1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1 </a:t>
                      </a:r>
                      <a:r>
                        <a:rPr lang="ko" altLang="ko-KR" sz="700" dirty="0">
                          <a:solidFill>
                            <a:schemeClr val="dk1"/>
                          </a:solidFill>
                        </a:rPr>
                        <a:t>&lt;</a:t>
                      </a: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list</a:t>
                      </a:r>
                      <a:r>
                        <a:rPr lang="ko" altLang="ko-KR" sz="700" dirty="0">
                          <a:solidFill>
                            <a:schemeClr val="dk1"/>
                          </a:solidFill>
                        </a:rPr>
                        <a:t>&gt;</a:t>
                      </a: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사용자 추가 리스트</a:t>
                      </a:r>
                      <a:endParaRPr lang="en-US" altLang="ko" sz="7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00" dirty="0">
                          <a:solidFill>
                            <a:schemeClr val="dk1"/>
                          </a:solidFill>
                        </a:rPr>
                        <a:t>1-1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추가된 사용자</a:t>
                      </a:r>
                      <a:endParaRPr lang="en-US" altLang="ko-KR" sz="7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00" dirty="0">
                          <a:solidFill>
                            <a:schemeClr val="dk1"/>
                          </a:solidFill>
                        </a:rPr>
                        <a:t>1-2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사용자 추가 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 dirty="0"/>
                        <a:t>2</a:t>
                      </a:r>
                      <a:endParaRPr sz="800" dirty="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2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하단 리스트에서 구매할 물품 추가</a:t>
                      </a:r>
                      <a:endParaRPr lang="en-US" altLang="ko-KR" sz="7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2-1</a:t>
                      </a:r>
                      <a:r>
                        <a:rPr lang="ko" altLang="ko-KR" sz="700" dirty="0">
                          <a:solidFill>
                            <a:schemeClr val="dk1"/>
                          </a:solidFill>
                        </a:rPr>
                        <a:t>&lt;</a:t>
                      </a: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text input</a:t>
                      </a:r>
                      <a:r>
                        <a:rPr lang="ko" altLang="ko-KR" sz="700" dirty="0">
                          <a:solidFill>
                            <a:schemeClr val="dk1"/>
                          </a:solidFill>
                        </a:rPr>
                        <a:t>&gt;</a:t>
                      </a: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 :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물품 입력란</a:t>
                      </a:r>
                      <a:endParaRPr lang="en-US" altLang="ko" sz="7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00" dirty="0">
                          <a:solidFill>
                            <a:schemeClr val="dk1"/>
                          </a:solidFill>
                        </a:rPr>
                        <a:t>2-2&lt;</a:t>
                      </a:r>
                      <a:r>
                        <a:rPr lang="en-US" altLang="ko-KR" sz="700" dirty="0" err="1">
                          <a:solidFill>
                            <a:schemeClr val="dk1"/>
                          </a:solidFill>
                        </a:rPr>
                        <a:t>btn</a:t>
                      </a:r>
                      <a:r>
                        <a:rPr lang="en-US" altLang="ko-KR" sz="700" dirty="0">
                          <a:solidFill>
                            <a:schemeClr val="dk1"/>
                          </a:solidFill>
                        </a:rPr>
                        <a:t>&gt; :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추가 버튼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3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lang="ko" altLang="ko-KR" sz="700" dirty="0">
                          <a:solidFill>
                            <a:schemeClr val="dk1"/>
                          </a:solidFill>
                        </a:rPr>
                        <a:t>&lt;</a:t>
                      </a: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list</a:t>
                      </a:r>
                      <a:r>
                        <a:rPr lang="ko" altLang="ko-KR" sz="700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en-US" altLang="ko" sz="8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차 구매 품목 리스트 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3-1 &lt;text&gt;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리스트 객체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물건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갯수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3-2 &lt;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</a:rPr>
                        <a:t>btn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객체 삭제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4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br>
                        <a:rPr lang="ko" sz="700" dirty="0">
                          <a:solidFill>
                            <a:schemeClr val="dk1"/>
                          </a:solidFill>
                        </a:rPr>
                      </a:br>
                      <a:r>
                        <a:rPr lang="ko" altLang="ko-KR" sz="700" dirty="0">
                          <a:solidFill>
                            <a:schemeClr val="dk1"/>
                          </a:solidFill>
                        </a:rPr>
                        <a:t>&lt;</a:t>
                      </a: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text input</a:t>
                      </a:r>
                      <a:r>
                        <a:rPr lang="ko" altLang="ko-KR" sz="700" dirty="0">
                          <a:solidFill>
                            <a:schemeClr val="dk1"/>
                          </a:solidFill>
                        </a:rPr>
                        <a:t>&gt;</a:t>
                      </a: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리스트 이름 지정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5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br>
                        <a:rPr lang="ko" altLang="ko-KR" sz="600" dirty="0">
                          <a:solidFill>
                            <a:schemeClr val="dk1"/>
                          </a:solidFill>
                        </a:rPr>
                      </a:br>
                      <a:r>
                        <a:rPr lang="ko" altLang="ko-KR" sz="600" dirty="0">
                          <a:solidFill>
                            <a:schemeClr val="dk1"/>
                          </a:solidFill>
                        </a:rPr>
                        <a:t>&lt;btn&gt;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통합리스트 생성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9" name="Google Shape;79;p16">
            <a:extLst>
              <a:ext uri="{FF2B5EF4-FFF2-40B4-BE49-F238E27FC236}">
                <a16:creationId xmlns:a16="http://schemas.microsoft.com/office/drawing/2014/main" id="{2C3793C3-D1A6-1DE8-9A21-1049249C8D0C}"/>
              </a:ext>
            </a:extLst>
          </p:cNvPr>
          <p:cNvSpPr/>
          <p:nvPr/>
        </p:nvSpPr>
        <p:spPr>
          <a:xfrm>
            <a:off x="1358066" y="1342928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2</a:t>
            </a:r>
            <a:endParaRPr sz="1200" dirty="0"/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FB60CD79-CD3A-AD96-9246-50D8EF5892CE}"/>
              </a:ext>
            </a:extLst>
          </p:cNvPr>
          <p:cNvSpPr/>
          <p:nvPr/>
        </p:nvSpPr>
        <p:spPr>
          <a:xfrm>
            <a:off x="1487057" y="3839580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4</a:t>
            </a:r>
            <a:endParaRPr sz="1200" dirty="0"/>
          </a:p>
        </p:txBody>
      </p:sp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B51DD812-478A-43D1-1F26-AE9B1B5BB6B6}"/>
              </a:ext>
            </a:extLst>
          </p:cNvPr>
          <p:cNvSpPr/>
          <p:nvPr/>
        </p:nvSpPr>
        <p:spPr>
          <a:xfrm>
            <a:off x="1306418" y="853788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1</a:t>
            </a:r>
            <a:endParaRPr sz="1200" dirty="0"/>
          </a:p>
        </p:txBody>
      </p:sp>
      <p:sp>
        <p:nvSpPr>
          <p:cNvPr id="90" name="Google Shape;90;p16">
            <a:extLst>
              <a:ext uri="{FF2B5EF4-FFF2-40B4-BE49-F238E27FC236}">
                <a16:creationId xmlns:a16="http://schemas.microsoft.com/office/drawing/2014/main" id="{CD1DA961-4917-0365-80CD-9F5D7FBE799A}"/>
              </a:ext>
            </a:extLst>
          </p:cNvPr>
          <p:cNvSpPr/>
          <p:nvPr/>
        </p:nvSpPr>
        <p:spPr>
          <a:xfrm>
            <a:off x="1478138" y="1795022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3</a:t>
            </a:r>
            <a:endParaRPr sz="12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82E9711-6455-A20C-A1D6-4E13604082EC}"/>
              </a:ext>
            </a:extLst>
          </p:cNvPr>
          <p:cNvSpPr/>
          <p:nvPr/>
        </p:nvSpPr>
        <p:spPr>
          <a:xfrm>
            <a:off x="1425388" y="859346"/>
            <a:ext cx="2312894" cy="3991079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Google Shape;87;p16">
            <a:extLst>
              <a:ext uri="{FF2B5EF4-FFF2-40B4-BE49-F238E27FC236}">
                <a16:creationId xmlns:a16="http://schemas.microsoft.com/office/drawing/2014/main" id="{9817049B-3950-B9F0-8DB9-5E03B5D6FBA2}"/>
              </a:ext>
            </a:extLst>
          </p:cNvPr>
          <p:cNvSpPr/>
          <p:nvPr/>
        </p:nvSpPr>
        <p:spPr>
          <a:xfrm>
            <a:off x="1470566" y="4272175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5</a:t>
            </a:r>
            <a:endParaRPr sz="12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CF9B3CF-2362-3C66-BDF4-A504C7E5BE50}"/>
              </a:ext>
            </a:extLst>
          </p:cNvPr>
          <p:cNvSpPr/>
          <p:nvPr/>
        </p:nvSpPr>
        <p:spPr>
          <a:xfrm>
            <a:off x="1635625" y="1503317"/>
            <a:ext cx="1571125" cy="2382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물품명입력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9318F89-FD61-79DE-0F10-99F465A4A404}"/>
              </a:ext>
            </a:extLst>
          </p:cNvPr>
          <p:cNvSpPr/>
          <p:nvPr/>
        </p:nvSpPr>
        <p:spPr>
          <a:xfrm>
            <a:off x="1474200" y="972050"/>
            <a:ext cx="2208800" cy="435133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23B0E23-612F-019C-A4D7-9BD86EAB1733}"/>
              </a:ext>
            </a:extLst>
          </p:cNvPr>
          <p:cNvSpPr/>
          <p:nvPr/>
        </p:nvSpPr>
        <p:spPr>
          <a:xfrm>
            <a:off x="1543330" y="1053784"/>
            <a:ext cx="450570" cy="2382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dirty="0">
                <a:solidFill>
                  <a:schemeClr val="tx1"/>
                </a:solidFill>
              </a:rPr>
              <a:t>사용자 </a:t>
            </a:r>
            <a:r>
              <a:rPr lang="en-US" altLang="ko-KR" sz="500" dirty="0">
                <a:solidFill>
                  <a:schemeClr val="tx1"/>
                </a:solidFill>
              </a:rPr>
              <a:t>1</a:t>
            </a:r>
            <a:endParaRPr lang="ko-KR" altLang="en-US" sz="50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386B971-95F6-FA79-71A9-B094ED02C3EC}"/>
              </a:ext>
            </a:extLst>
          </p:cNvPr>
          <p:cNvSpPr/>
          <p:nvPr/>
        </p:nvSpPr>
        <p:spPr>
          <a:xfrm>
            <a:off x="2042712" y="1053784"/>
            <a:ext cx="450570" cy="2382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dirty="0">
                <a:solidFill>
                  <a:schemeClr val="tx1"/>
                </a:solidFill>
              </a:rPr>
              <a:t>사용자</a:t>
            </a:r>
            <a:r>
              <a:rPr lang="en-US" altLang="ko-KR" sz="500" dirty="0">
                <a:solidFill>
                  <a:schemeClr val="tx1"/>
                </a:solidFill>
              </a:rPr>
              <a:t>2</a:t>
            </a:r>
            <a:endParaRPr lang="ko-KR" altLang="en-US" sz="500" dirty="0">
              <a:solidFill>
                <a:schemeClr val="tx1"/>
              </a:solidFill>
            </a:endParaRPr>
          </a:p>
        </p:txBody>
      </p:sp>
      <p:sp>
        <p:nvSpPr>
          <p:cNvPr id="14" name="십자형 13">
            <a:extLst>
              <a:ext uri="{FF2B5EF4-FFF2-40B4-BE49-F238E27FC236}">
                <a16:creationId xmlns:a16="http://schemas.microsoft.com/office/drawing/2014/main" id="{CE95DCB4-9550-AD1A-60F3-C7BD6ADA6676}"/>
              </a:ext>
            </a:extLst>
          </p:cNvPr>
          <p:cNvSpPr/>
          <p:nvPr/>
        </p:nvSpPr>
        <p:spPr>
          <a:xfrm>
            <a:off x="2554328" y="1073142"/>
            <a:ext cx="183570" cy="177800"/>
          </a:xfrm>
          <a:prstGeom prst="plus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991DC53-478F-067F-C407-074B0F868C1A}"/>
              </a:ext>
            </a:extLst>
          </p:cNvPr>
          <p:cNvSpPr/>
          <p:nvPr/>
        </p:nvSpPr>
        <p:spPr>
          <a:xfrm>
            <a:off x="1611353" y="1912197"/>
            <a:ext cx="1885950" cy="2014891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1 </a:t>
            </a:r>
            <a:r>
              <a:rPr lang="ko-KR" altLang="en-US" dirty="0"/>
              <a:t>차 구매 품목 생성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2C3DDBA-8BF3-071A-CCC6-A89C8A8229E4}"/>
              </a:ext>
            </a:extLst>
          </p:cNvPr>
          <p:cNvSpPr/>
          <p:nvPr/>
        </p:nvSpPr>
        <p:spPr>
          <a:xfrm>
            <a:off x="1650388" y="4337118"/>
            <a:ext cx="1885950" cy="321683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통합 리스트 생성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F0C47ED-DBD0-4340-CC4E-C4F119A8E7F7}"/>
              </a:ext>
            </a:extLst>
          </p:cNvPr>
          <p:cNvSpPr/>
          <p:nvPr/>
        </p:nvSpPr>
        <p:spPr>
          <a:xfrm>
            <a:off x="1703138" y="1971670"/>
            <a:ext cx="1731630" cy="2382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세제</a:t>
            </a:r>
            <a:r>
              <a:rPr lang="en-US" altLang="ko-KR" dirty="0">
                <a:solidFill>
                  <a:schemeClr val="tx1"/>
                </a:solidFill>
              </a:rPr>
              <a:t> 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6D109E6-C373-35A4-531D-691D2AFB912D}"/>
              </a:ext>
            </a:extLst>
          </p:cNvPr>
          <p:cNvSpPr/>
          <p:nvPr/>
        </p:nvSpPr>
        <p:spPr>
          <a:xfrm>
            <a:off x="1703138" y="2255582"/>
            <a:ext cx="1731630" cy="2382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수건 </a:t>
            </a:r>
            <a:r>
              <a:rPr lang="en-US" altLang="ko-KR" dirty="0">
                <a:solidFill>
                  <a:schemeClr val="tx1"/>
                </a:solidFill>
              </a:rPr>
              <a:t>3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E58C697-30A7-659F-DC13-6F552342277B}"/>
              </a:ext>
            </a:extLst>
          </p:cNvPr>
          <p:cNvSpPr/>
          <p:nvPr/>
        </p:nvSpPr>
        <p:spPr>
          <a:xfrm>
            <a:off x="3270250" y="1492250"/>
            <a:ext cx="266088" cy="246636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추가</a:t>
            </a:r>
          </a:p>
        </p:txBody>
      </p:sp>
      <p:sp>
        <p:nvSpPr>
          <p:cNvPr id="20" name="Google Shape;88;p16">
            <a:extLst>
              <a:ext uri="{FF2B5EF4-FFF2-40B4-BE49-F238E27FC236}">
                <a16:creationId xmlns:a16="http://schemas.microsoft.com/office/drawing/2014/main" id="{77F82534-F9A8-6479-FC61-19553EC43AE3}"/>
              </a:ext>
            </a:extLst>
          </p:cNvPr>
          <p:cNvSpPr/>
          <p:nvPr/>
        </p:nvSpPr>
        <p:spPr>
          <a:xfrm>
            <a:off x="1418007" y="957142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 dirty="0"/>
              <a:t>1</a:t>
            </a:r>
            <a:r>
              <a:rPr lang="en-US" altLang="ko" sz="600" dirty="0"/>
              <a:t>-1</a:t>
            </a:r>
            <a:endParaRPr sz="600" dirty="0"/>
          </a:p>
        </p:txBody>
      </p:sp>
      <p:sp>
        <p:nvSpPr>
          <p:cNvPr id="21" name="Google Shape;88;p16">
            <a:extLst>
              <a:ext uri="{FF2B5EF4-FFF2-40B4-BE49-F238E27FC236}">
                <a16:creationId xmlns:a16="http://schemas.microsoft.com/office/drawing/2014/main" id="{4F4F2ED9-E285-F901-3115-FE7E1961E05A}"/>
              </a:ext>
            </a:extLst>
          </p:cNvPr>
          <p:cNvSpPr/>
          <p:nvPr/>
        </p:nvSpPr>
        <p:spPr>
          <a:xfrm>
            <a:off x="2409850" y="933855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 dirty="0"/>
              <a:t>1</a:t>
            </a:r>
            <a:r>
              <a:rPr lang="en-US" altLang="ko" sz="600" dirty="0"/>
              <a:t>-2</a:t>
            </a:r>
            <a:endParaRPr sz="600" dirty="0"/>
          </a:p>
        </p:txBody>
      </p:sp>
      <p:sp>
        <p:nvSpPr>
          <p:cNvPr id="22" name="Google Shape;79;p16">
            <a:extLst>
              <a:ext uri="{FF2B5EF4-FFF2-40B4-BE49-F238E27FC236}">
                <a16:creationId xmlns:a16="http://schemas.microsoft.com/office/drawing/2014/main" id="{E7A45BBC-3047-3710-8D6C-844AAD678F50}"/>
              </a:ext>
            </a:extLst>
          </p:cNvPr>
          <p:cNvSpPr/>
          <p:nvPr/>
        </p:nvSpPr>
        <p:spPr>
          <a:xfrm>
            <a:off x="1572125" y="1417437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 dirty="0"/>
              <a:t>2</a:t>
            </a:r>
            <a:r>
              <a:rPr lang="en-US" altLang="ko" sz="600" dirty="0"/>
              <a:t>-1</a:t>
            </a:r>
            <a:endParaRPr sz="6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39C6CA1-82B8-99CC-C67B-C671AD84F231}"/>
              </a:ext>
            </a:extLst>
          </p:cNvPr>
          <p:cNvSpPr/>
          <p:nvPr/>
        </p:nvSpPr>
        <p:spPr>
          <a:xfrm>
            <a:off x="1530507" y="1488917"/>
            <a:ext cx="2108043" cy="285352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Google Shape;79;p16">
            <a:extLst>
              <a:ext uri="{FF2B5EF4-FFF2-40B4-BE49-F238E27FC236}">
                <a16:creationId xmlns:a16="http://schemas.microsoft.com/office/drawing/2014/main" id="{0ED6B94F-DE49-5D5A-CF6D-302A906B0C9E}"/>
              </a:ext>
            </a:extLst>
          </p:cNvPr>
          <p:cNvSpPr/>
          <p:nvPr/>
        </p:nvSpPr>
        <p:spPr>
          <a:xfrm>
            <a:off x="3133344" y="1391343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 dirty="0"/>
              <a:t>2</a:t>
            </a:r>
            <a:r>
              <a:rPr lang="en-US" altLang="ko" sz="600" dirty="0"/>
              <a:t>-2</a:t>
            </a:r>
            <a:endParaRPr sz="600" dirty="0"/>
          </a:p>
        </p:txBody>
      </p:sp>
      <p:sp>
        <p:nvSpPr>
          <p:cNvPr id="25" name="Google Shape;79;p16">
            <a:extLst>
              <a:ext uri="{FF2B5EF4-FFF2-40B4-BE49-F238E27FC236}">
                <a16:creationId xmlns:a16="http://schemas.microsoft.com/office/drawing/2014/main" id="{664F1D66-B79F-9869-AE25-E7A9E0CCE2B9}"/>
              </a:ext>
            </a:extLst>
          </p:cNvPr>
          <p:cNvSpPr/>
          <p:nvPr/>
        </p:nvSpPr>
        <p:spPr>
          <a:xfrm>
            <a:off x="1635625" y="1890674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600" dirty="0"/>
              <a:t>3-1</a:t>
            </a:r>
            <a:endParaRPr sz="600" dirty="0"/>
          </a:p>
        </p:txBody>
      </p:sp>
      <p:sp>
        <p:nvSpPr>
          <p:cNvPr id="26" name="Text 35">
            <a:extLst>
              <a:ext uri="{FF2B5EF4-FFF2-40B4-BE49-F238E27FC236}">
                <a16:creationId xmlns:a16="http://schemas.microsoft.com/office/drawing/2014/main" id="{8AEC75AF-3CE5-6D4F-080A-1768FF2B4CE2}"/>
              </a:ext>
            </a:extLst>
          </p:cNvPr>
          <p:cNvSpPr/>
          <p:nvPr/>
        </p:nvSpPr>
        <p:spPr>
          <a:xfrm>
            <a:off x="3254180" y="2237563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C2626"/>
                </a:solidFill>
              </a:rPr>
              <a:t>✕</a:t>
            </a:r>
            <a:endParaRPr lang="en-US" sz="800" dirty="0"/>
          </a:p>
        </p:txBody>
      </p:sp>
      <p:sp>
        <p:nvSpPr>
          <p:cNvPr id="27" name="Text 35">
            <a:extLst>
              <a:ext uri="{FF2B5EF4-FFF2-40B4-BE49-F238E27FC236}">
                <a16:creationId xmlns:a16="http://schemas.microsoft.com/office/drawing/2014/main" id="{EBEEFB92-DE60-31C2-422C-D9F24C5A2DBC}"/>
              </a:ext>
            </a:extLst>
          </p:cNvPr>
          <p:cNvSpPr/>
          <p:nvPr/>
        </p:nvSpPr>
        <p:spPr>
          <a:xfrm>
            <a:off x="3246799" y="196801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C2626"/>
                </a:solidFill>
              </a:rPr>
              <a:t>✕</a:t>
            </a:r>
            <a:endParaRPr lang="en-US" sz="800" dirty="0"/>
          </a:p>
        </p:txBody>
      </p:sp>
      <p:sp>
        <p:nvSpPr>
          <p:cNvPr id="28" name="Google Shape;79;p16">
            <a:extLst>
              <a:ext uri="{FF2B5EF4-FFF2-40B4-BE49-F238E27FC236}">
                <a16:creationId xmlns:a16="http://schemas.microsoft.com/office/drawing/2014/main" id="{C513F023-7B70-976D-086B-19763E231CEC}"/>
              </a:ext>
            </a:extLst>
          </p:cNvPr>
          <p:cNvSpPr/>
          <p:nvPr/>
        </p:nvSpPr>
        <p:spPr>
          <a:xfrm>
            <a:off x="3146020" y="1941370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600" dirty="0"/>
              <a:t>3-2</a:t>
            </a:r>
            <a:endParaRPr sz="600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306DE76-0C8E-F16B-86D6-CC8035B98C8A}"/>
              </a:ext>
            </a:extLst>
          </p:cNvPr>
          <p:cNvSpPr/>
          <p:nvPr/>
        </p:nvSpPr>
        <p:spPr>
          <a:xfrm>
            <a:off x="1650388" y="3962471"/>
            <a:ext cx="1885950" cy="321683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리스트 이름지정</a:t>
            </a:r>
          </a:p>
        </p:txBody>
      </p:sp>
    </p:spTree>
    <p:extLst>
      <p:ext uri="{BB962C8B-B14F-4D97-AF65-F5344CB8AC3E}">
        <p14:creationId xmlns:p14="http://schemas.microsoft.com/office/powerpoint/2010/main" val="455666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CD8382EF-6E86-9DED-FCA2-88F78AED3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>
            <a:extLst>
              <a:ext uri="{FF2B5EF4-FFF2-40B4-BE49-F238E27FC236}">
                <a16:creationId xmlns:a16="http://schemas.microsoft.com/office/drawing/2014/main" id="{D5FAC0BF-A2A1-416E-3F39-BC340DE83B90}"/>
              </a:ext>
            </a:extLst>
          </p:cNvPr>
          <p:cNvSpPr/>
          <p:nvPr/>
        </p:nvSpPr>
        <p:spPr>
          <a:xfrm>
            <a:off x="132300" y="171975"/>
            <a:ext cx="6455700" cy="522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5DB61BE4-0D6A-0084-395F-35AA67D6C4F4}"/>
              </a:ext>
            </a:extLst>
          </p:cNvPr>
          <p:cNvSpPr txBox="1"/>
          <p:nvPr/>
        </p:nvSpPr>
        <p:spPr>
          <a:xfrm>
            <a:off x="291050" y="231525"/>
            <a:ext cx="826800" cy="379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2"/>
                </a:solidFill>
              </a:rPr>
              <a:t>TEMI</a:t>
            </a:r>
            <a:endParaRPr sz="1200" dirty="0">
              <a:solidFill>
                <a:schemeClr val="dk2"/>
              </a:solidFill>
            </a:endParaRPr>
          </a:p>
        </p:txBody>
      </p:sp>
      <p:graphicFrame>
        <p:nvGraphicFramePr>
          <p:cNvPr id="73" name="Google Shape;73;p16">
            <a:extLst>
              <a:ext uri="{FF2B5EF4-FFF2-40B4-BE49-F238E27FC236}">
                <a16:creationId xmlns:a16="http://schemas.microsoft.com/office/drawing/2014/main" id="{FEE2551D-BFA7-4784-E83C-BC5DB95FC9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693454"/>
              </p:ext>
            </p:extLst>
          </p:nvPr>
        </p:nvGraphicFramePr>
        <p:xfrm>
          <a:off x="1243525" y="231525"/>
          <a:ext cx="5254700" cy="169975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9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 위치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 dirty="0"/>
                        <a:t>[</a:t>
                      </a:r>
                      <a:r>
                        <a:rPr lang="en-US" altLang="ko" sz="800" dirty="0"/>
                        <a:t>HOME&gt;</a:t>
                      </a:r>
                      <a:r>
                        <a:rPr lang="ko-KR" altLang="en-US" sz="800" dirty="0"/>
                        <a:t>쇼핑리스트입력</a:t>
                      </a:r>
                      <a:r>
                        <a:rPr lang="en-US" altLang="ko-KR" sz="800" dirty="0"/>
                        <a:t>&gt;</a:t>
                      </a:r>
                      <a:r>
                        <a:rPr lang="ko-KR" altLang="en-US" sz="800" dirty="0"/>
                        <a:t>쇼핑리스트저장</a:t>
                      </a:r>
                      <a:r>
                        <a:rPr lang="ko" sz="800" dirty="0"/>
                        <a:t>]</a:t>
                      </a:r>
                      <a:endParaRPr sz="800" dirty="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" name="Google Shape;74;p16">
            <a:extLst>
              <a:ext uri="{FF2B5EF4-FFF2-40B4-BE49-F238E27FC236}">
                <a16:creationId xmlns:a16="http://schemas.microsoft.com/office/drawing/2014/main" id="{323B20DA-4BC2-14B5-BBF7-27334A2B80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5310423"/>
              </p:ext>
            </p:extLst>
          </p:nvPr>
        </p:nvGraphicFramePr>
        <p:xfrm>
          <a:off x="1243525" y="440838"/>
          <a:ext cx="5254700" cy="169875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9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화면명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800" dirty="0"/>
                        <a:t>쇼핑리스트저장</a:t>
                      </a:r>
                      <a:endParaRPr sz="800" dirty="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Google Shape;75;p16">
            <a:extLst>
              <a:ext uri="{FF2B5EF4-FFF2-40B4-BE49-F238E27FC236}">
                <a16:creationId xmlns:a16="http://schemas.microsoft.com/office/drawing/2014/main" id="{BE0A72A1-7E96-40B6-3B25-D0C84F88B7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8979539"/>
              </p:ext>
            </p:extLst>
          </p:nvPr>
        </p:nvGraphicFramePr>
        <p:xfrm>
          <a:off x="6657000" y="171975"/>
          <a:ext cx="2420850" cy="4100200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31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4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 설명 - Description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※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/>
                        <a:t>[HOME&gt;</a:t>
                      </a:r>
                      <a:r>
                        <a:rPr lang="ko-KR" altLang="en-US" sz="700" dirty="0"/>
                        <a:t>쇼핑리스트입력</a:t>
                      </a:r>
                      <a:r>
                        <a:rPr lang="en-US" altLang="ko-KR" sz="700" dirty="0"/>
                        <a:t>&gt;</a:t>
                      </a:r>
                      <a:r>
                        <a:rPr lang="ko-KR" altLang="en-US" sz="700" dirty="0"/>
                        <a:t>쇼핑리스트저장</a:t>
                      </a:r>
                      <a:r>
                        <a:rPr lang="en-US" altLang="ko-KR" sz="700" dirty="0"/>
                        <a:t>]</a:t>
                      </a:r>
                      <a:endParaRPr lang="ko-KR" altLang="en-US" sz="7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700" dirty="0"/>
                        <a:t>쇼핑리스트 작성한 리스트 저장</a:t>
                      </a:r>
                      <a:endParaRPr lang="en-US" altLang="ko-KR"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1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1 </a:t>
                      </a:r>
                      <a:r>
                        <a:rPr lang="ko" altLang="ko-KR" sz="700" dirty="0">
                          <a:solidFill>
                            <a:schemeClr val="dk1"/>
                          </a:solidFill>
                        </a:rPr>
                        <a:t>&lt;</a:t>
                      </a: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text</a:t>
                      </a:r>
                      <a:r>
                        <a:rPr lang="ko" altLang="ko-KR" sz="700" dirty="0">
                          <a:solidFill>
                            <a:schemeClr val="dk1"/>
                          </a:solidFill>
                        </a:rPr>
                        <a:t>&gt;</a:t>
                      </a: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분류 완료 </a:t>
                      </a:r>
                      <a:r>
                        <a:rPr lang="en-US" altLang="ko-KR" sz="700" dirty="0">
                          <a:solidFill>
                            <a:schemeClr val="dk1"/>
                          </a:solidFill>
                        </a:rPr>
                        <a:t>(n)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개 항목</a:t>
                      </a:r>
                      <a:endParaRPr lang="en-US" altLang="ko" sz="700" dirty="0">
                        <a:solidFill>
                          <a:schemeClr val="dk1"/>
                        </a:solidFill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 dirty="0"/>
                        <a:t>2</a:t>
                      </a:r>
                      <a:endParaRPr sz="800" dirty="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2 </a:t>
                      </a:r>
                      <a:r>
                        <a:rPr lang="en-US" altLang="ko-KR" sz="700" dirty="0">
                          <a:solidFill>
                            <a:schemeClr val="dk1"/>
                          </a:solidFill>
                        </a:rPr>
                        <a:t>&lt;list&gt;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2-1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리스트 객체</a:t>
                      </a:r>
                      <a:endParaRPr lang="en-US" altLang="ko" sz="7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00" dirty="0">
                          <a:solidFill>
                            <a:schemeClr val="dk1"/>
                          </a:solidFill>
                        </a:rPr>
                        <a:t>2-2&lt;toggle&gt; 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보유 </a:t>
                      </a:r>
                      <a:r>
                        <a:rPr lang="en-US" altLang="ko-KR" sz="700" dirty="0">
                          <a:solidFill>
                            <a:schemeClr val="dk1"/>
                          </a:solidFill>
                        </a:rPr>
                        <a:t>/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구매필요 전환 버튼</a:t>
                      </a:r>
                      <a:endParaRPr lang="en-US" altLang="ko-KR" sz="7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00" dirty="0">
                          <a:solidFill>
                            <a:schemeClr val="dk1"/>
                          </a:solidFill>
                        </a:rPr>
                        <a:t>2-3&lt;</a:t>
                      </a:r>
                      <a:r>
                        <a:rPr lang="en-US" altLang="ko-KR" sz="700" dirty="0" err="1">
                          <a:solidFill>
                            <a:schemeClr val="dk1"/>
                          </a:solidFill>
                        </a:rPr>
                        <a:t>btn</a:t>
                      </a:r>
                      <a:r>
                        <a:rPr lang="en-US" altLang="ko-KR" sz="700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삭제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3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/>
                        <a:t>&lt;</a:t>
                      </a:r>
                      <a:r>
                        <a:rPr lang="en-US" sz="700" dirty="0" err="1"/>
                        <a:t>btn</a:t>
                      </a:r>
                      <a:r>
                        <a:rPr lang="en-US" sz="700" dirty="0"/>
                        <a:t>&gt;  </a:t>
                      </a:r>
                      <a:r>
                        <a:rPr lang="ko-KR" altLang="en-US" sz="800" dirty="0"/>
                        <a:t>보유 항목 전체 제외</a:t>
                      </a:r>
                      <a:endParaRPr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4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br>
                        <a:rPr lang="ko" sz="700" dirty="0">
                          <a:solidFill>
                            <a:schemeClr val="dk1"/>
                          </a:solidFill>
                        </a:rPr>
                      </a:br>
                      <a:r>
                        <a:rPr lang="ko" altLang="ko-KR" sz="700" dirty="0">
                          <a:solidFill>
                            <a:schemeClr val="dk1"/>
                          </a:solidFill>
                        </a:rPr>
                        <a:t>&lt;btn&gt; </a:t>
                      </a:r>
                      <a:r>
                        <a:rPr lang="ko-KR" altLang="en-US" sz="800" dirty="0"/>
                        <a:t>리스트 저장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이후 매장에서 </a:t>
                      </a:r>
                      <a:r>
                        <a:rPr lang="en-US" altLang="ko-KR" sz="800" dirty="0" err="1"/>
                        <a:t>temi</a:t>
                      </a:r>
                      <a:r>
                        <a:rPr lang="ko-KR" altLang="en-US" sz="800" dirty="0"/>
                        <a:t>에 입력시킬 리스트 저장</a:t>
                      </a: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5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9" name="Google Shape;79;p16">
            <a:extLst>
              <a:ext uri="{FF2B5EF4-FFF2-40B4-BE49-F238E27FC236}">
                <a16:creationId xmlns:a16="http://schemas.microsoft.com/office/drawing/2014/main" id="{FCFB7DC7-1560-8D5F-3C87-70985A2B6381}"/>
              </a:ext>
            </a:extLst>
          </p:cNvPr>
          <p:cNvSpPr/>
          <p:nvPr/>
        </p:nvSpPr>
        <p:spPr>
          <a:xfrm>
            <a:off x="1418007" y="1240478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2</a:t>
            </a:r>
            <a:endParaRPr sz="1200" dirty="0"/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84F87CF3-9313-85C6-AE2F-1E7EC8B17ACF}"/>
              </a:ext>
            </a:extLst>
          </p:cNvPr>
          <p:cNvSpPr/>
          <p:nvPr/>
        </p:nvSpPr>
        <p:spPr>
          <a:xfrm>
            <a:off x="1498853" y="4261201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4</a:t>
            </a:r>
            <a:endParaRPr sz="1200" dirty="0"/>
          </a:p>
        </p:txBody>
      </p:sp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EF9A1DB2-49EE-F2D0-FF8B-20514EEF722D}"/>
              </a:ext>
            </a:extLst>
          </p:cNvPr>
          <p:cNvSpPr/>
          <p:nvPr/>
        </p:nvSpPr>
        <p:spPr>
          <a:xfrm>
            <a:off x="1387642" y="842658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1</a:t>
            </a:r>
            <a:endParaRPr sz="1200" dirty="0"/>
          </a:p>
        </p:txBody>
      </p:sp>
      <p:sp>
        <p:nvSpPr>
          <p:cNvPr id="90" name="Google Shape;90;p16">
            <a:extLst>
              <a:ext uri="{FF2B5EF4-FFF2-40B4-BE49-F238E27FC236}">
                <a16:creationId xmlns:a16="http://schemas.microsoft.com/office/drawing/2014/main" id="{FA0187F7-8A9A-68B1-81C8-8542CF7D95DD}"/>
              </a:ext>
            </a:extLst>
          </p:cNvPr>
          <p:cNvSpPr/>
          <p:nvPr/>
        </p:nvSpPr>
        <p:spPr>
          <a:xfrm>
            <a:off x="1461382" y="3860905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3</a:t>
            </a:r>
            <a:endParaRPr sz="12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209CDDA-7CB7-071B-8D34-BD7BC5895385}"/>
              </a:ext>
            </a:extLst>
          </p:cNvPr>
          <p:cNvSpPr/>
          <p:nvPr/>
        </p:nvSpPr>
        <p:spPr>
          <a:xfrm>
            <a:off x="1425388" y="859346"/>
            <a:ext cx="2312894" cy="3991079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10A30C8-D09E-71D2-B8CF-6D394381CB77}"/>
              </a:ext>
            </a:extLst>
          </p:cNvPr>
          <p:cNvSpPr/>
          <p:nvPr/>
        </p:nvSpPr>
        <p:spPr>
          <a:xfrm>
            <a:off x="1611353" y="1342929"/>
            <a:ext cx="1885950" cy="2485234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구매 리스트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AE5A290-B96F-D44F-F8F1-6FF845E5B4C1}"/>
              </a:ext>
            </a:extLst>
          </p:cNvPr>
          <p:cNvSpPr/>
          <p:nvPr/>
        </p:nvSpPr>
        <p:spPr>
          <a:xfrm>
            <a:off x="1650388" y="4337118"/>
            <a:ext cx="1885950" cy="321683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리스트 저장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7F48A8E-8661-FF17-7BEF-5066CEBC0B72}"/>
              </a:ext>
            </a:extLst>
          </p:cNvPr>
          <p:cNvSpPr/>
          <p:nvPr/>
        </p:nvSpPr>
        <p:spPr>
          <a:xfrm>
            <a:off x="1699166" y="1407878"/>
            <a:ext cx="1731630" cy="2382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세제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7114193-36D5-8EF0-7AD9-45FF1F5FDE66}"/>
              </a:ext>
            </a:extLst>
          </p:cNvPr>
          <p:cNvSpPr/>
          <p:nvPr/>
        </p:nvSpPr>
        <p:spPr>
          <a:xfrm>
            <a:off x="1705430" y="1716051"/>
            <a:ext cx="1731630" cy="2382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수건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2" name="Google Shape;79;p16">
            <a:extLst>
              <a:ext uri="{FF2B5EF4-FFF2-40B4-BE49-F238E27FC236}">
                <a16:creationId xmlns:a16="http://schemas.microsoft.com/office/drawing/2014/main" id="{7ED6B723-1AD1-FA78-AC2B-F6C7D962A31C}"/>
              </a:ext>
            </a:extLst>
          </p:cNvPr>
          <p:cNvSpPr/>
          <p:nvPr/>
        </p:nvSpPr>
        <p:spPr>
          <a:xfrm>
            <a:off x="1576013" y="1371372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 dirty="0"/>
              <a:t>2</a:t>
            </a:r>
            <a:r>
              <a:rPr lang="en-US" altLang="ko" sz="600" dirty="0"/>
              <a:t>-1</a:t>
            </a:r>
            <a:endParaRPr sz="600" dirty="0"/>
          </a:p>
        </p:txBody>
      </p:sp>
      <p:sp>
        <p:nvSpPr>
          <p:cNvPr id="24" name="Google Shape;79;p16">
            <a:extLst>
              <a:ext uri="{FF2B5EF4-FFF2-40B4-BE49-F238E27FC236}">
                <a16:creationId xmlns:a16="http://schemas.microsoft.com/office/drawing/2014/main" id="{630CDC93-DF39-8AA2-6488-52320820DB87}"/>
              </a:ext>
            </a:extLst>
          </p:cNvPr>
          <p:cNvSpPr/>
          <p:nvPr/>
        </p:nvSpPr>
        <p:spPr>
          <a:xfrm>
            <a:off x="2507419" y="1232051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 dirty="0"/>
              <a:t>2</a:t>
            </a:r>
            <a:r>
              <a:rPr lang="en-US" altLang="ko" sz="600" dirty="0"/>
              <a:t>-2</a:t>
            </a:r>
            <a:endParaRPr sz="6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76764FB-0123-01B4-14A3-93345B6F3855}"/>
              </a:ext>
            </a:extLst>
          </p:cNvPr>
          <p:cNvSpPr/>
          <p:nvPr/>
        </p:nvSpPr>
        <p:spPr>
          <a:xfrm>
            <a:off x="1574895" y="1005662"/>
            <a:ext cx="2063655" cy="2382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분류완료 </a:t>
            </a:r>
            <a:r>
              <a:rPr lang="en-US" altLang="ko-KR" dirty="0">
                <a:solidFill>
                  <a:schemeClr val="tx1"/>
                </a:solidFill>
              </a:rPr>
              <a:t>– 2</a:t>
            </a:r>
            <a:r>
              <a:rPr lang="ko-KR" altLang="en-US" dirty="0">
                <a:solidFill>
                  <a:schemeClr val="tx1"/>
                </a:solidFill>
              </a:rPr>
              <a:t>개 항목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5378BAD-FA3B-A46B-2B3C-5465087615A1}"/>
              </a:ext>
            </a:extLst>
          </p:cNvPr>
          <p:cNvSpPr/>
          <p:nvPr/>
        </p:nvSpPr>
        <p:spPr>
          <a:xfrm>
            <a:off x="2676078" y="1431881"/>
            <a:ext cx="564457" cy="177766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보유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4803AB7-A54C-1BB1-249B-DA0393D42F1B}"/>
              </a:ext>
            </a:extLst>
          </p:cNvPr>
          <p:cNvSpPr/>
          <p:nvPr/>
        </p:nvSpPr>
        <p:spPr>
          <a:xfrm>
            <a:off x="2684242" y="1728115"/>
            <a:ext cx="556293" cy="2049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구매필요</a:t>
            </a:r>
          </a:p>
        </p:txBody>
      </p:sp>
      <p:sp>
        <p:nvSpPr>
          <p:cNvPr id="8" name="Text 35">
            <a:extLst>
              <a:ext uri="{FF2B5EF4-FFF2-40B4-BE49-F238E27FC236}">
                <a16:creationId xmlns:a16="http://schemas.microsoft.com/office/drawing/2014/main" id="{35B9B196-4978-8032-9B6F-EFCEA73053A7}"/>
              </a:ext>
            </a:extLst>
          </p:cNvPr>
          <p:cNvSpPr/>
          <p:nvPr/>
        </p:nvSpPr>
        <p:spPr>
          <a:xfrm>
            <a:off x="3247916" y="1389017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C2626"/>
                </a:solidFill>
              </a:rPr>
              <a:t>✕</a:t>
            </a:r>
            <a:endParaRPr lang="en-US" sz="800" dirty="0"/>
          </a:p>
        </p:txBody>
      </p:sp>
      <p:sp>
        <p:nvSpPr>
          <p:cNvPr id="9" name="Text 35">
            <a:extLst>
              <a:ext uri="{FF2B5EF4-FFF2-40B4-BE49-F238E27FC236}">
                <a16:creationId xmlns:a16="http://schemas.microsoft.com/office/drawing/2014/main" id="{3A7022E7-8766-FC20-1DF8-0CB825F9DADC}"/>
              </a:ext>
            </a:extLst>
          </p:cNvPr>
          <p:cNvSpPr/>
          <p:nvPr/>
        </p:nvSpPr>
        <p:spPr>
          <a:xfrm>
            <a:off x="3256272" y="168888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C2626"/>
                </a:solidFill>
              </a:rPr>
              <a:t>✕</a:t>
            </a:r>
            <a:endParaRPr lang="en-US" sz="8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EFC5B5C-4DEF-3988-60F7-47C130A5C2C2}"/>
              </a:ext>
            </a:extLst>
          </p:cNvPr>
          <p:cNvSpPr/>
          <p:nvPr/>
        </p:nvSpPr>
        <p:spPr>
          <a:xfrm>
            <a:off x="1622006" y="3933049"/>
            <a:ext cx="1885950" cy="321683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보유항목제외</a:t>
            </a:r>
          </a:p>
        </p:txBody>
      </p:sp>
      <p:sp>
        <p:nvSpPr>
          <p:cNvPr id="29" name="Google Shape;79;p16">
            <a:extLst>
              <a:ext uri="{FF2B5EF4-FFF2-40B4-BE49-F238E27FC236}">
                <a16:creationId xmlns:a16="http://schemas.microsoft.com/office/drawing/2014/main" id="{06FCE0A0-A82F-4942-CBA3-D42D7608FE43}"/>
              </a:ext>
            </a:extLst>
          </p:cNvPr>
          <p:cNvSpPr/>
          <p:nvPr/>
        </p:nvSpPr>
        <p:spPr>
          <a:xfrm>
            <a:off x="3114356" y="1315071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 dirty="0"/>
              <a:t>2</a:t>
            </a:r>
            <a:r>
              <a:rPr lang="en-US" altLang="ko" sz="600" dirty="0"/>
              <a:t>-3</a:t>
            </a:r>
            <a:endParaRPr sz="600" dirty="0"/>
          </a:p>
        </p:txBody>
      </p:sp>
    </p:spTree>
    <p:extLst>
      <p:ext uri="{BB962C8B-B14F-4D97-AF65-F5344CB8AC3E}">
        <p14:creationId xmlns:p14="http://schemas.microsoft.com/office/powerpoint/2010/main" val="3081626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3A4D0-3006-802C-F68F-17B258EF0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C71B57-9C39-5589-8EE3-EBF99BE41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DB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8142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2975E983-4E52-565D-87D2-1D876CF90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>
            <a:extLst>
              <a:ext uri="{FF2B5EF4-FFF2-40B4-BE49-F238E27FC236}">
                <a16:creationId xmlns:a16="http://schemas.microsoft.com/office/drawing/2014/main" id="{9D625F34-95BF-AAB4-E207-2A7E6CBF90B4}"/>
              </a:ext>
            </a:extLst>
          </p:cNvPr>
          <p:cNvSpPr/>
          <p:nvPr/>
        </p:nvSpPr>
        <p:spPr>
          <a:xfrm>
            <a:off x="132300" y="171975"/>
            <a:ext cx="6455700" cy="522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E2B84D99-1FCC-2DDE-32B2-968B69A5897B}"/>
              </a:ext>
            </a:extLst>
          </p:cNvPr>
          <p:cNvSpPr txBox="1"/>
          <p:nvPr/>
        </p:nvSpPr>
        <p:spPr>
          <a:xfrm>
            <a:off x="291050" y="231525"/>
            <a:ext cx="826800" cy="379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2"/>
                </a:solidFill>
              </a:rPr>
              <a:t>TEMI</a:t>
            </a:r>
            <a:endParaRPr sz="1200" dirty="0">
              <a:solidFill>
                <a:schemeClr val="dk2"/>
              </a:solidFill>
            </a:endParaRPr>
          </a:p>
        </p:txBody>
      </p:sp>
      <p:graphicFrame>
        <p:nvGraphicFramePr>
          <p:cNvPr id="73" name="Google Shape;73;p16">
            <a:extLst>
              <a:ext uri="{FF2B5EF4-FFF2-40B4-BE49-F238E27FC236}">
                <a16:creationId xmlns:a16="http://schemas.microsoft.com/office/drawing/2014/main" id="{3A4B7C74-FB54-C257-0A76-449ADDBE6B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5898867"/>
              </p:ext>
            </p:extLst>
          </p:nvPr>
        </p:nvGraphicFramePr>
        <p:xfrm>
          <a:off x="1243525" y="231525"/>
          <a:ext cx="5254700" cy="169975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9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 위치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 dirty="0"/>
                        <a:t>[</a:t>
                      </a:r>
                      <a:r>
                        <a:rPr lang="en-US" altLang="ko" sz="800" dirty="0"/>
                        <a:t>HOME&gt;DB</a:t>
                      </a:r>
                      <a:r>
                        <a:rPr lang="ko" sz="800" dirty="0"/>
                        <a:t>]</a:t>
                      </a:r>
                      <a:endParaRPr sz="800" dirty="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" name="Google Shape;74;p16">
            <a:extLst>
              <a:ext uri="{FF2B5EF4-FFF2-40B4-BE49-F238E27FC236}">
                <a16:creationId xmlns:a16="http://schemas.microsoft.com/office/drawing/2014/main" id="{C111733C-E8F3-7EAA-BD34-499E409B8A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5053313"/>
              </p:ext>
            </p:extLst>
          </p:nvPr>
        </p:nvGraphicFramePr>
        <p:xfrm>
          <a:off x="1243525" y="440838"/>
          <a:ext cx="5254700" cy="169875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9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화면명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altLang="ko" sz="800" dirty="0"/>
                        <a:t>DB</a:t>
                      </a:r>
                      <a:endParaRPr sz="800" dirty="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Google Shape;75;p16">
            <a:extLst>
              <a:ext uri="{FF2B5EF4-FFF2-40B4-BE49-F238E27FC236}">
                <a16:creationId xmlns:a16="http://schemas.microsoft.com/office/drawing/2014/main" id="{3359C031-C1D6-A6D5-5098-194162028D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6369767"/>
              </p:ext>
            </p:extLst>
          </p:nvPr>
        </p:nvGraphicFramePr>
        <p:xfrm>
          <a:off x="6657000" y="171975"/>
          <a:ext cx="2420850" cy="4100200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31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4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 설명 - Description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※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" sz="700" dirty="0"/>
                        <a:t>[HOME&gt;DB]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700" dirty="0"/>
                        <a:t>물건 이름 및 위치를 </a:t>
                      </a:r>
                      <a:r>
                        <a:rPr lang="ko-KR" altLang="en-US" sz="700" dirty="0" err="1"/>
                        <a:t>볼수</a:t>
                      </a:r>
                      <a:r>
                        <a:rPr lang="ko-KR" altLang="en-US" sz="700" dirty="0"/>
                        <a:t> 있는 </a:t>
                      </a:r>
                      <a:r>
                        <a:rPr lang="en-US" altLang="ko-KR" sz="700" dirty="0"/>
                        <a:t>DB</a:t>
                      </a:r>
                      <a:r>
                        <a:rPr lang="ko-KR" altLang="en-US" sz="700" dirty="0"/>
                        <a:t>란</a:t>
                      </a:r>
                      <a:endParaRPr lang="en-US" altLang="ko-KR"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1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" sz="800" dirty="0">
                          <a:solidFill>
                            <a:schemeClr val="dk1"/>
                          </a:solidFill>
                        </a:rPr>
                        <a:t>1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DB </a:t>
                      </a:r>
                      <a:r>
                        <a:rPr lang="ko-KR" altLang="en-US" sz="800" dirty="0">
                          <a:solidFill>
                            <a:schemeClr val="dk1"/>
                          </a:solidFill>
                        </a:rPr>
                        <a:t>검색</a:t>
                      </a:r>
                      <a:endParaRPr lang="en-US" altLang="ko-KR" sz="8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" sz="800" dirty="0">
                          <a:solidFill>
                            <a:schemeClr val="dk1"/>
                          </a:solidFill>
                        </a:rPr>
                        <a:t>1-1</a:t>
                      </a:r>
                      <a:r>
                        <a:rPr lang="ko" altLang="ko-KR" sz="800" dirty="0">
                          <a:solidFill>
                            <a:schemeClr val="dk1"/>
                          </a:solidFill>
                        </a:rPr>
                        <a:t>&lt;</a:t>
                      </a:r>
                      <a:r>
                        <a:rPr lang="en-US" altLang="ko" sz="800" dirty="0">
                          <a:solidFill>
                            <a:schemeClr val="dk1"/>
                          </a:solidFill>
                        </a:rPr>
                        <a:t>text input</a:t>
                      </a:r>
                      <a:r>
                        <a:rPr lang="ko" altLang="ko-KR" sz="800" dirty="0">
                          <a:solidFill>
                            <a:schemeClr val="dk1"/>
                          </a:solidFill>
                        </a:rPr>
                        <a:t>&gt;</a:t>
                      </a:r>
                      <a:r>
                        <a:rPr lang="en-US" altLang="ko" sz="800" dirty="0">
                          <a:solidFill>
                            <a:schemeClr val="dk1"/>
                          </a:solidFill>
                        </a:rPr>
                        <a:t> : </a:t>
                      </a:r>
                      <a:r>
                        <a:rPr lang="ko-KR" altLang="en-US" sz="800" dirty="0">
                          <a:solidFill>
                            <a:schemeClr val="dk1"/>
                          </a:solidFill>
                        </a:rPr>
                        <a:t>물품 입력란</a:t>
                      </a:r>
                      <a:endParaRPr lang="en-US" altLang="ko" sz="8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-2&lt;</a:t>
                      </a:r>
                      <a:r>
                        <a:rPr lang="en-US" altLang="ko-KR" sz="800" dirty="0" err="1">
                          <a:solidFill>
                            <a:schemeClr val="dk1"/>
                          </a:solidFill>
                        </a:rPr>
                        <a:t>btn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&gt; : </a:t>
                      </a:r>
                      <a:r>
                        <a:rPr lang="ko-KR" altLang="en-US" sz="800" dirty="0" err="1">
                          <a:solidFill>
                            <a:schemeClr val="dk1"/>
                          </a:solidFill>
                        </a:rPr>
                        <a:t>검색가</a:t>
                      </a:r>
                      <a:r>
                        <a:rPr lang="ko-KR" altLang="en-US" sz="800" dirty="0">
                          <a:solidFill>
                            <a:schemeClr val="dk1"/>
                          </a:solidFill>
                        </a:rPr>
                        <a:t> 버튼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2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" sz="800" dirty="0">
                          <a:solidFill>
                            <a:schemeClr val="dk1"/>
                          </a:solidFill>
                        </a:rPr>
                        <a:t>2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&lt;list&gt; DB</a:t>
                      </a:r>
                      <a:r>
                        <a:rPr lang="ko-KR" altLang="en-US" sz="800" dirty="0">
                          <a:solidFill>
                            <a:schemeClr val="dk1"/>
                          </a:solidFill>
                        </a:rPr>
                        <a:t>리스트</a:t>
                      </a:r>
                      <a:endParaRPr lang="en-US" altLang="ko-KR" sz="8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" sz="800" dirty="0">
                          <a:solidFill>
                            <a:schemeClr val="dk1"/>
                          </a:solidFill>
                        </a:rPr>
                        <a:t>2-1 </a:t>
                      </a:r>
                      <a:r>
                        <a:rPr lang="ko-KR" altLang="en-US" sz="800" dirty="0">
                          <a:solidFill>
                            <a:schemeClr val="dk1"/>
                          </a:solidFill>
                        </a:rPr>
                        <a:t>리스트 객체 이름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/</a:t>
                      </a:r>
                      <a:r>
                        <a:rPr lang="ko-KR" altLang="en-US" sz="800" dirty="0">
                          <a:solidFill>
                            <a:schemeClr val="dk1"/>
                          </a:solidFill>
                        </a:rPr>
                        <a:t>개수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/</a:t>
                      </a:r>
                      <a:r>
                        <a:rPr lang="ko-KR" altLang="en-US" sz="800" dirty="0">
                          <a:solidFill>
                            <a:schemeClr val="dk1"/>
                          </a:solidFill>
                        </a:rPr>
                        <a:t>위치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dk1"/>
                          </a:solidFill>
                        </a:rPr>
                        <a:t>같은 이름 다른 </a:t>
                      </a:r>
                      <a:r>
                        <a:rPr lang="ko-KR" altLang="en-US" sz="800" dirty="0" err="1">
                          <a:solidFill>
                            <a:schemeClr val="dk1"/>
                          </a:solidFill>
                        </a:rPr>
                        <a:t>위치시</a:t>
                      </a:r>
                      <a:r>
                        <a:rPr lang="ko-KR" altLang="en-US" sz="800" dirty="0">
                          <a:solidFill>
                            <a:schemeClr val="dk1"/>
                          </a:solidFill>
                        </a:rPr>
                        <a:t> 별도로 작성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lang="en-US" altLang="ko" sz="8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3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4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5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9" name="Google Shape;79;p16">
            <a:extLst>
              <a:ext uri="{FF2B5EF4-FFF2-40B4-BE49-F238E27FC236}">
                <a16:creationId xmlns:a16="http://schemas.microsoft.com/office/drawing/2014/main" id="{39FE28D9-6C95-3EF6-6F7F-0A5129846500}"/>
              </a:ext>
            </a:extLst>
          </p:cNvPr>
          <p:cNvSpPr/>
          <p:nvPr/>
        </p:nvSpPr>
        <p:spPr>
          <a:xfrm>
            <a:off x="1477800" y="1215821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2</a:t>
            </a:r>
            <a:endParaRPr sz="1200" dirty="0"/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16DBF746-BC26-4A2A-3675-67B8EF80EADF}"/>
              </a:ext>
            </a:extLst>
          </p:cNvPr>
          <p:cNvSpPr/>
          <p:nvPr/>
        </p:nvSpPr>
        <p:spPr>
          <a:xfrm>
            <a:off x="1005350" y="2958991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4</a:t>
            </a:r>
            <a:endParaRPr sz="1200" dirty="0"/>
          </a:p>
        </p:txBody>
      </p:sp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8EEAB5E1-DD64-6971-C898-B24C0C87EB87}"/>
              </a:ext>
            </a:extLst>
          </p:cNvPr>
          <p:cNvSpPr/>
          <p:nvPr/>
        </p:nvSpPr>
        <p:spPr>
          <a:xfrm>
            <a:off x="1431988" y="828019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1</a:t>
            </a:r>
            <a:endParaRPr sz="1200" dirty="0"/>
          </a:p>
        </p:txBody>
      </p:sp>
      <p:sp>
        <p:nvSpPr>
          <p:cNvPr id="90" name="Google Shape;90;p16">
            <a:extLst>
              <a:ext uri="{FF2B5EF4-FFF2-40B4-BE49-F238E27FC236}">
                <a16:creationId xmlns:a16="http://schemas.microsoft.com/office/drawing/2014/main" id="{D18A6527-5319-593F-B675-FEB33C04C98E}"/>
              </a:ext>
            </a:extLst>
          </p:cNvPr>
          <p:cNvSpPr/>
          <p:nvPr/>
        </p:nvSpPr>
        <p:spPr>
          <a:xfrm>
            <a:off x="965528" y="2571750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3</a:t>
            </a:r>
            <a:endParaRPr sz="12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92BD80D-BBC4-0628-CE0A-8C5F4924ED79}"/>
              </a:ext>
            </a:extLst>
          </p:cNvPr>
          <p:cNvSpPr/>
          <p:nvPr/>
        </p:nvSpPr>
        <p:spPr>
          <a:xfrm>
            <a:off x="1425388" y="859346"/>
            <a:ext cx="2312894" cy="3991079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2EFEA5-CC99-1772-37E5-474A9F1DFC0E}"/>
              </a:ext>
            </a:extLst>
          </p:cNvPr>
          <p:cNvSpPr/>
          <p:nvPr/>
        </p:nvSpPr>
        <p:spPr>
          <a:xfrm>
            <a:off x="1702800" y="1286943"/>
            <a:ext cx="1859550" cy="34157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DB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C065C9B-2487-BCEE-E139-DE3C203FD80A}"/>
              </a:ext>
            </a:extLst>
          </p:cNvPr>
          <p:cNvSpPr/>
          <p:nvPr/>
        </p:nvSpPr>
        <p:spPr>
          <a:xfrm>
            <a:off x="1735357" y="944869"/>
            <a:ext cx="1571125" cy="2382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물품명입력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152CDAC-1A6A-6A24-12F5-A670EDFDADD4}"/>
              </a:ext>
            </a:extLst>
          </p:cNvPr>
          <p:cNvSpPr/>
          <p:nvPr/>
        </p:nvSpPr>
        <p:spPr>
          <a:xfrm>
            <a:off x="3369982" y="933802"/>
            <a:ext cx="266088" cy="246636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검색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BDB7B1A-6A3E-E5CD-A9B1-337FF58B5AFA}"/>
              </a:ext>
            </a:extLst>
          </p:cNvPr>
          <p:cNvSpPr/>
          <p:nvPr/>
        </p:nvSpPr>
        <p:spPr>
          <a:xfrm>
            <a:off x="1630239" y="930469"/>
            <a:ext cx="2108043" cy="285352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Google Shape;79;p16">
            <a:extLst>
              <a:ext uri="{FF2B5EF4-FFF2-40B4-BE49-F238E27FC236}">
                <a16:creationId xmlns:a16="http://schemas.microsoft.com/office/drawing/2014/main" id="{A1417E65-3D72-8AA6-AE1F-854D3EBBBE04}"/>
              </a:ext>
            </a:extLst>
          </p:cNvPr>
          <p:cNvSpPr/>
          <p:nvPr/>
        </p:nvSpPr>
        <p:spPr>
          <a:xfrm>
            <a:off x="1702800" y="852220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600" dirty="0"/>
              <a:t>1-1</a:t>
            </a:r>
            <a:endParaRPr sz="600" dirty="0"/>
          </a:p>
        </p:txBody>
      </p:sp>
      <p:sp>
        <p:nvSpPr>
          <p:cNvPr id="11" name="Google Shape;79;p16">
            <a:extLst>
              <a:ext uri="{FF2B5EF4-FFF2-40B4-BE49-F238E27FC236}">
                <a16:creationId xmlns:a16="http://schemas.microsoft.com/office/drawing/2014/main" id="{B2D68644-0FC6-5B50-3A49-EBB6670652A7}"/>
              </a:ext>
            </a:extLst>
          </p:cNvPr>
          <p:cNvSpPr/>
          <p:nvPr/>
        </p:nvSpPr>
        <p:spPr>
          <a:xfrm>
            <a:off x="3288140" y="824152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600" dirty="0"/>
              <a:t>1-2</a:t>
            </a:r>
            <a:endParaRPr sz="6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A394685-60E6-7AD7-71FC-E6171C69F31D}"/>
              </a:ext>
            </a:extLst>
          </p:cNvPr>
          <p:cNvSpPr/>
          <p:nvPr/>
        </p:nvSpPr>
        <p:spPr>
          <a:xfrm>
            <a:off x="1755212" y="1380592"/>
            <a:ext cx="1731630" cy="2382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세제</a:t>
            </a:r>
            <a:r>
              <a:rPr lang="en-US" altLang="ko-KR" dirty="0">
                <a:solidFill>
                  <a:schemeClr val="tx1"/>
                </a:solidFill>
              </a:rPr>
              <a:t> 1 </a:t>
            </a:r>
            <a:r>
              <a:rPr lang="ko-KR" altLang="en-US" dirty="0">
                <a:solidFill>
                  <a:schemeClr val="tx1"/>
                </a:solidFill>
              </a:rPr>
              <a:t>위치</a:t>
            </a:r>
          </a:p>
        </p:txBody>
      </p:sp>
      <p:sp>
        <p:nvSpPr>
          <p:cNvPr id="14" name="Google Shape;79;p16">
            <a:extLst>
              <a:ext uri="{FF2B5EF4-FFF2-40B4-BE49-F238E27FC236}">
                <a16:creationId xmlns:a16="http://schemas.microsoft.com/office/drawing/2014/main" id="{168809D1-1E15-FC02-87EA-27E7B9D5662D}"/>
              </a:ext>
            </a:extLst>
          </p:cNvPr>
          <p:cNvSpPr/>
          <p:nvPr/>
        </p:nvSpPr>
        <p:spPr>
          <a:xfrm>
            <a:off x="1678266" y="1272072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600" dirty="0"/>
              <a:t>2-1</a:t>
            </a:r>
            <a:endParaRPr sz="600" dirty="0"/>
          </a:p>
        </p:txBody>
      </p:sp>
    </p:spTree>
    <p:extLst>
      <p:ext uri="{BB962C8B-B14F-4D97-AF65-F5344CB8AC3E}">
        <p14:creationId xmlns:p14="http://schemas.microsoft.com/office/powerpoint/2010/main" val="792055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34020-50F6-3684-A87B-B5ADAE80D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10728E-5187-C505-5F31-F5AE07469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설정</a:t>
            </a:r>
          </a:p>
        </p:txBody>
      </p:sp>
    </p:spTree>
    <p:extLst>
      <p:ext uri="{BB962C8B-B14F-4D97-AF65-F5344CB8AC3E}">
        <p14:creationId xmlns:p14="http://schemas.microsoft.com/office/powerpoint/2010/main" val="4103587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75638815-808B-453C-6843-B469E2849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>
            <a:extLst>
              <a:ext uri="{FF2B5EF4-FFF2-40B4-BE49-F238E27FC236}">
                <a16:creationId xmlns:a16="http://schemas.microsoft.com/office/drawing/2014/main" id="{704FD3C9-FEAC-1095-92DF-4A401F069E96}"/>
              </a:ext>
            </a:extLst>
          </p:cNvPr>
          <p:cNvSpPr/>
          <p:nvPr/>
        </p:nvSpPr>
        <p:spPr>
          <a:xfrm>
            <a:off x="132300" y="171975"/>
            <a:ext cx="6455700" cy="522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97BA38BA-DF8D-0162-67CB-30FF58C2143E}"/>
              </a:ext>
            </a:extLst>
          </p:cNvPr>
          <p:cNvSpPr txBox="1"/>
          <p:nvPr/>
        </p:nvSpPr>
        <p:spPr>
          <a:xfrm>
            <a:off x="291050" y="231525"/>
            <a:ext cx="826800" cy="379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2"/>
                </a:solidFill>
              </a:rPr>
              <a:t>TEMI</a:t>
            </a:r>
            <a:endParaRPr sz="1200" dirty="0">
              <a:solidFill>
                <a:schemeClr val="dk2"/>
              </a:solidFill>
            </a:endParaRPr>
          </a:p>
        </p:txBody>
      </p:sp>
      <p:graphicFrame>
        <p:nvGraphicFramePr>
          <p:cNvPr id="73" name="Google Shape;73;p16">
            <a:extLst>
              <a:ext uri="{FF2B5EF4-FFF2-40B4-BE49-F238E27FC236}">
                <a16:creationId xmlns:a16="http://schemas.microsoft.com/office/drawing/2014/main" id="{29BC67D8-7478-EB4E-1171-2FAA573D97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2851940"/>
              </p:ext>
            </p:extLst>
          </p:nvPr>
        </p:nvGraphicFramePr>
        <p:xfrm>
          <a:off x="1243525" y="231525"/>
          <a:ext cx="5254700" cy="169975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9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 위치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 dirty="0"/>
                        <a:t>[</a:t>
                      </a:r>
                      <a:r>
                        <a:rPr lang="en-US" altLang="ko" sz="800" dirty="0"/>
                        <a:t>HOME&gt;</a:t>
                      </a:r>
                      <a:r>
                        <a:rPr lang="ko-KR" altLang="en-US" sz="800" dirty="0"/>
                        <a:t>설정</a:t>
                      </a:r>
                      <a:r>
                        <a:rPr lang="ko" sz="800" dirty="0"/>
                        <a:t>]</a:t>
                      </a:r>
                      <a:endParaRPr sz="800" dirty="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" name="Google Shape;74;p16">
            <a:extLst>
              <a:ext uri="{FF2B5EF4-FFF2-40B4-BE49-F238E27FC236}">
                <a16:creationId xmlns:a16="http://schemas.microsoft.com/office/drawing/2014/main" id="{4BB30BA4-4509-3E70-5E52-0F16078235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0975820"/>
              </p:ext>
            </p:extLst>
          </p:nvPr>
        </p:nvGraphicFramePr>
        <p:xfrm>
          <a:off x="1243525" y="440838"/>
          <a:ext cx="5254700" cy="169875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9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화면명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800" dirty="0"/>
                        <a:t>설정</a:t>
                      </a:r>
                      <a:endParaRPr sz="800" dirty="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Google Shape;75;p16">
            <a:extLst>
              <a:ext uri="{FF2B5EF4-FFF2-40B4-BE49-F238E27FC236}">
                <a16:creationId xmlns:a16="http://schemas.microsoft.com/office/drawing/2014/main" id="{3B814FE9-7A42-C9EF-DD46-8A154EEB7B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4066413"/>
              </p:ext>
            </p:extLst>
          </p:nvPr>
        </p:nvGraphicFramePr>
        <p:xfrm>
          <a:off x="6657000" y="171975"/>
          <a:ext cx="2420850" cy="4100200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31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4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 설명 - Description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※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" sz="700" dirty="0"/>
                        <a:t>[HOME&gt;</a:t>
                      </a:r>
                      <a:r>
                        <a:rPr lang="ko-KR" altLang="en-US" sz="700" dirty="0"/>
                        <a:t>설정</a:t>
                      </a:r>
                      <a:r>
                        <a:rPr lang="en-US" altLang="ko-KR" sz="700" dirty="0"/>
                        <a:t>]</a:t>
                      </a:r>
                      <a:endParaRPr lang="ko-KR" altLang="en-US" sz="7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700" dirty="0" err="1"/>
                        <a:t>테미</a:t>
                      </a:r>
                      <a:r>
                        <a:rPr lang="ko-KR" altLang="en-US" sz="700" dirty="0"/>
                        <a:t> </a:t>
                      </a:r>
                      <a:r>
                        <a:rPr lang="ko-KR" altLang="en-US" sz="700" dirty="0" err="1"/>
                        <a:t>설정및</a:t>
                      </a:r>
                      <a:r>
                        <a:rPr lang="ko-KR" altLang="en-US" sz="700" dirty="0"/>
                        <a:t> 서랍 설정</a:t>
                      </a:r>
                      <a:endParaRPr lang="en-US" altLang="ko-KR"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1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" sz="800" dirty="0">
                          <a:solidFill>
                            <a:schemeClr val="dk1"/>
                          </a:solidFill>
                        </a:rPr>
                        <a:t>1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DB </a:t>
                      </a:r>
                      <a:r>
                        <a:rPr lang="ko-KR" altLang="en-US" sz="800" dirty="0">
                          <a:solidFill>
                            <a:schemeClr val="dk1"/>
                          </a:solidFill>
                        </a:rPr>
                        <a:t>검색</a:t>
                      </a:r>
                      <a:endParaRPr lang="en-US" altLang="ko-KR" sz="8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" sz="800" dirty="0">
                          <a:solidFill>
                            <a:schemeClr val="dk1"/>
                          </a:solidFill>
                        </a:rPr>
                        <a:t>1-1</a:t>
                      </a:r>
                      <a:r>
                        <a:rPr lang="ko" altLang="ko-KR" sz="800" dirty="0">
                          <a:solidFill>
                            <a:schemeClr val="dk1"/>
                          </a:solidFill>
                        </a:rPr>
                        <a:t>&lt;</a:t>
                      </a:r>
                      <a:r>
                        <a:rPr lang="en-US" altLang="ko" sz="800" dirty="0">
                          <a:solidFill>
                            <a:schemeClr val="dk1"/>
                          </a:solidFill>
                        </a:rPr>
                        <a:t>text input</a:t>
                      </a:r>
                      <a:r>
                        <a:rPr lang="ko" altLang="ko-KR" sz="800" dirty="0">
                          <a:solidFill>
                            <a:schemeClr val="dk1"/>
                          </a:solidFill>
                        </a:rPr>
                        <a:t>&gt;</a:t>
                      </a:r>
                      <a:r>
                        <a:rPr lang="en-US" altLang="ko" sz="800" dirty="0">
                          <a:solidFill>
                            <a:schemeClr val="dk1"/>
                          </a:solidFill>
                        </a:rPr>
                        <a:t> : </a:t>
                      </a:r>
                      <a:r>
                        <a:rPr lang="ko-KR" altLang="en-US" sz="800" dirty="0">
                          <a:solidFill>
                            <a:schemeClr val="dk1"/>
                          </a:solidFill>
                        </a:rPr>
                        <a:t>물품 입력란</a:t>
                      </a:r>
                      <a:endParaRPr lang="en-US" altLang="ko" sz="8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-2&lt;</a:t>
                      </a:r>
                      <a:r>
                        <a:rPr lang="en-US" altLang="ko-KR" sz="800" dirty="0" err="1">
                          <a:solidFill>
                            <a:schemeClr val="dk1"/>
                          </a:solidFill>
                        </a:rPr>
                        <a:t>btn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&gt; : </a:t>
                      </a:r>
                      <a:r>
                        <a:rPr lang="ko-KR" altLang="en-US" sz="800" dirty="0" err="1">
                          <a:solidFill>
                            <a:schemeClr val="dk1"/>
                          </a:solidFill>
                        </a:rPr>
                        <a:t>검색가</a:t>
                      </a:r>
                      <a:r>
                        <a:rPr lang="ko-KR" altLang="en-US" sz="800" dirty="0">
                          <a:solidFill>
                            <a:schemeClr val="dk1"/>
                          </a:solidFill>
                        </a:rPr>
                        <a:t> 버튼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2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" sz="800" dirty="0">
                          <a:solidFill>
                            <a:schemeClr val="dk1"/>
                          </a:solidFill>
                        </a:rPr>
                        <a:t>2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&lt;list&gt; DB</a:t>
                      </a:r>
                      <a:r>
                        <a:rPr lang="ko-KR" altLang="en-US" sz="800" dirty="0">
                          <a:solidFill>
                            <a:schemeClr val="dk1"/>
                          </a:solidFill>
                        </a:rPr>
                        <a:t>리스트</a:t>
                      </a:r>
                      <a:endParaRPr lang="en-US" altLang="ko-KR" sz="8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" sz="800" dirty="0">
                          <a:solidFill>
                            <a:schemeClr val="dk1"/>
                          </a:solidFill>
                        </a:rPr>
                        <a:t>2-1 </a:t>
                      </a:r>
                      <a:r>
                        <a:rPr lang="ko-KR" altLang="en-US" sz="800" dirty="0">
                          <a:solidFill>
                            <a:schemeClr val="dk1"/>
                          </a:solidFill>
                        </a:rPr>
                        <a:t>리스트 객체 이름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/</a:t>
                      </a:r>
                      <a:r>
                        <a:rPr lang="ko-KR" altLang="en-US" sz="800" dirty="0">
                          <a:solidFill>
                            <a:schemeClr val="dk1"/>
                          </a:solidFill>
                        </a:rPr>
                        <a:t>개수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/</a:t>
                      </a:r>
                      <a:r>
                        <a:rPr lang="ko-KR" altLang="en-US" sz="800" dirty="0">
                          <a:solidFill>
                            <a:schemeClr val="dk1"/>
                          </a:solidFill>
                        </a:rPr>
                        <a:t>위치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dk1"/>
                          </a:solidFill>
                        </a:rPr>
                        <a:t>같은 이름 다른 </a:t>
                      </a:r>
                      <a:r>
                        <a:rPr lang="ko-KR" altLang="en-US" sz="800" dirty="0" err="1">
                          <a:solidFill>
                            <a:schemeClr val="dk1"/>
                          </a:solidFill>
                        </a:rPr>
                        <a:t>위치시</a:t>
                      </a:r>
                      <a:r>
                        <a:rPr lang="ko-KR" altLang="en-US" sz="800" dirty="0">
                          <a:solidFill>
                            <a:schemeClr val="dk1"/>
                          </a:solidFill>
                        </a:rPr>
                        <a:t> 별도로 작성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lang="en-US" altLang="ko" sz="8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3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4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5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9" name="Google Shape;79;p16">
            <a:extLst>
              <a:ext uri="{FF2B5EF4-FFF2-40B4-BE49-F238E27FC236}">
                <a16:creationId xmlns:a16="http://schemas.microsoft.com/office/drawing/2014/main" id="{37038931-210D-D399-725C-31269ADB4E40}"/>
              </a:ext>
            </a:extLst>
          </p:cNvPr>
          <p:cNvSpPr/>
          <p:nvPr/>
        </p:nvSpPr>
        <p:spPr>
          <a:xfrm>
            <a:off x="973439" y="1294833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2</a:t>
            </a:r>
            <a:endParaRPr sz="1200" dirty="0"/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4AE1AD6E-0F6C-06BB-4D71-2446C7383D56}"/>
              </a:ext>
            </a:extLst>
          </p:cNvPr>
          <p:cNvSpPr/>
          <p:nvPr/>
        </p:nvSpPr>
        <p:spPr>
          <a:xfrm>
            <a:off x="1005350" y="2958991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4</a:t>
            </a:r>
            <a:endParaRPr sz="1200" dirty="0"/>
          </a:p>
        </p:txBody>
      </p:sp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7DF67D20-61EC-A951-2173-C79672E34936}"/>
              </a:ext>
            </a:extLst>
          </p:cNvPr>
          <p:cNvSpPr/>
          <p:nvPr/>
        </p:nvSpPr>
        <p:spPr>
          <a:xfrm>
            <a:off x="1085939" y="859346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1</a:t>
            </a:r>
            <a:endParaRPr sz="1200" dirty="0"/>
          </a:p>
        </p:txBody>
      </p:sp>
      <p:sp>
        <p:nvSpPr>
          <p:cNvPr id="90" name="Google Shape;90;p16">
            <a:extLst>
              <a:ext uri="{FF2B5EF4-FFF2-40B4-BE49-F238E27FC236}">
                <a16:creationId xmlns:a16="http://schemas.microsoft.com/office/drawing/2014/main" id="{F4444F2A-C0E0-05D7-EC87-6A37275E89C6}"/>
              </a:ext>
            </a:extLst>
          </p:cNvPr>
          <p:cNvSpPr/>
          <p:nvPr/>
        </p:nvSpPr>
        <p:spPr>
          <a:xfrm>
            <a:off x="965528" y="2571750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3</a:t>
            </a:r>
            <a:endParaRPr sz="12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EFD8D2F-509D-F0A2-BB9A-F2A7E4493163}"/>
              </a:ext>
            </a:extLst>
          </p:cNvPr>
          <p:cNvSpPr/>
          <p:nvPr/>
        </p:nvSpPr>
        <p:spPr>
          <a:xfrm>
            <a:off x="1425388" y="859346"/>
            <a:ext cx="2312894" cy="3991079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D5BD45C-1D57-9F8A-2B82-5302E07EDD5B}"/>
              </a:ext>
            </a:extLst>
          </p:cNvPr>
          <p:cNvSpPr/>
          <p:nvPr/>
        </p:nvSpPr>
        <p:spPr>
          <a:xfrm>
            <a:off x="1623752" y="1276210"/>
            <a:ext cx="1948600" cy="508792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가정 </a:t>
            </a:r>
            <a:r>
              <a:rPr lang="ko-KR" altLang="en-US" dirty="0" err="1"/>
              <a:t>테미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B7E8605-D96C-17AE-847B-F85617C93E0B}"/>
              </a:ext>
            </a:extLst>
          </p:cNvPr>
          <p:cNvSpPr/>
          <p:nvPr/>
        </p:nvSpPr>
        <p:spPr>
          <a:xfrm>
            <a:off x="1618304" y="1974741"/>
            <a:ext cx="1948600" cy="508792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매장 </a:t>
            </a:r>
            <a:r>
              <a:rPr lang="ko-KR" altLang="en-US" dirty="0" err="1"/>
              <a:t>테미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9EEDB48-0FB5-2054-48C3-6D5DB70EC96F}"/>
              </a:ext>
            </a:extLst>
          </p:cNvPr>
          <p:cNvSpPr/>
          <p:nvPr/>
        </p:nvSpPr>
        <p:spPr>
          <a:xfrm>
            <a:off x="1623752" y="3219449"/>
            <a:ext cx="1930474" cy="576935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서랍 관리</a:t>
            </a:r>
          </a:p>
        </p:txBody>
      </p:sp>
    </p:spTree>
    <p:extLst>
      <p:ext uri="{BB962C8B-B14F-4D97-AF65-F5344CB8AC3E}">
        <p14:creationId xmlns:p14="http://schemas.microsoft.com/office/powerpoint/2010/main" val="19995585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E7EC053E-F8DA-F951-E648-38D81D042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>
            <a:extLst>
              <a:ext uri="{FF2B5EF4-FFF2-40B4-BE49-F238E27FC236}">
                <a16:creationId xmlns:a16="http://schemas.microsoft.com/office/drawing/2014/main" id="{CFE59ACF-D587-6433-A02D-64DA0475979C}"/>
              </a:ext>
            </a:extLst>
          </p:cNvPr>
          <p:cNvSpPr/>
          <p:nvPr/>
        </p:nvSpPr>
        <p:spPr>
          <a:xfrm>
            <a:off x="132300" y="171975"/>
            <a:ext cx="6455700" cy="522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7B08A648-81DE-AF95-FE60-B4799495DEDB}"/>
              </a:ext>
            </a:extLst>
          </p:cNvPr>
          <p:cNvSpPr txBox="1"/>
          <p:nvPr/>
        </p:nvSpPr>
        <p:spPr>
          <a:xfrm>
            <a:off x="291050" y="231525"/>
            <a:ext cx="826800" cy="379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2"/>
                </a:solidFill>
              </a:rPr>
              <a:t>TEMI</a:t>
            </a:r>
            <a:endParaRPr sz="1200" dirty="0">
              <a:solidFill>
                <a:schemeClr val="dk2"/>
              </a:solidFill>
            </a:endParaRPr>
          </a:p>
        </p:txBody>
      </p:sp>
      <p:graphicFrame>
        <p:nvGraphicFramePr>
          <p:cNvPr id="73" name="Google Shape;73;p16">
            <a:extLst>
              <a:ext uri="{FF2B5EF4-FFF2-40B4-BE49-F238E27FC236}">
                <a16:creationId xmlns:a16="http://schemas.microsoft.com/office/drawing/2014/main" id="{9B908E74-308D-F169-4D83-EC89919DE4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0687161"/>
              </p:ext>
            </p:extLst>
          </p:nvPr>
        </p:nvGraphicFramePr>
        <p:xfrm>
          <a:off x="1243525" y="231525"/>
          <a:ext cx="5254700" cy="169975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9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 위치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" sz="800" dirty="0"/>
                        <a:t>[HOME&gt;</a:t>
                      </a:r>
                      <a:r>
                        <a:rPr lang="ko-KR" altLang="en-US" sz="800" dirty="0"/>
                        <a:t>설정</a:t>
                      </a:r>
                      <a:r>
                        <a:rPr lang="en-US" altLang="ko-KR" sz="800" dirty="0"/>
                        <a:t>&gt;</a:t>
                      </a:r>
                      <a:r>
                        <a:rPr lang="ko-KR" altLang="en-US" sz="800" dirty="0" err="1"/>
                        <a:t>가정용테미설정</a:t>
                      </a:r>
                      <a:r>
                        <a:rPr lang="en-US" altLang="ko-KR" sz="800" dirty="0"/>
                        <a:t>]</a:t>
                      </a:r>
                      <a:endParaRPr lang="ko-KR" altLang="en-US" sz="800" dirty="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" name="Google Shape;74;p16">
            <a:extLst>
              <a:ext uri="{FF2B5EF4-FFF2-40B4-BE49-F238E27FC236}">
                <a16:creationId xmlns:a16="http://schemas.microsoft.com/office/drawing/2014/main" id="{21861ADD-2189-8071-5C6D-7EE5B79BF3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2579810"/>
              </p:ext>
            </p:extLst>
          </p:nvPr>
        </p:nvGraphicFramePr>
        <p:xfrm>
          <a:off x="1243525" y="440838"/>
          <a:ext cx="5254700" cy="169875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9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화면명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800" dirty="0" err="1"/>
                        <a:t>가정용테미설정</a:t>
                      </a:r>
                      <a:endParaRPr sz="800" dirty="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Google Shape;75;p16">
            <a:extLst>
              <a:ext uri="{FF2B5EF4-FFF2-40B4-BE49-F238E27FC236}">
                <a16:creationId xmlns:a16="http://schemas.microsoft.com/office/drawing/2014/main" id="{C1BD56AF-3DCE-3CB2-A15A-460005F004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5749100"/>
              </p:ext>
            </p:extLst>
          </p:nvPr>
        </p:nvGraphicFramePr>
        <p:xfrm>
          <a:off x="6657000" y="171975"/>
          <a:ext cx="2420850" cy="4100200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31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4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 설명 - Description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※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" sz="700" dirty="0"/>
                        <a:t>[HOME&gt;</a:t>
                      </a:r>
                      <a:r>
                        <a:rPr lang="ko-KR" altLang="en-US" sz="700" dirty="0"/>
                        <a:t>설정</a:t>
                      </a:r>
                      <a:r>
                        <a:rPr lang="en-US" altLang="ko-KR" sz="700" dirty="0"/>
                        <a:t>&gt;</a:t>
                      </a:r>
                      <a:r>
                        <a:rPr lang="ko-KR" altLang="en-US" sz="700" dirty="0" err="1"/>
                        <a:t>가정용테미설정</a:t>
                      </a:r>
                      <a:r>
                        <a:rPr lang="en-US" altLang="ko-KR" sz="700" dirty="0"/>
                        <a:t>]</a:t>
                      </a:r>
                      <a:endParaRPr lang="ko-KR" altLang="en-US" sz="7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700" dirty="0" err="1"/>
                        <a:t>가정용테미설정</a:t>
                      </a:r>
                      <a:r>
                        <a:rPr lang="ko-KR" altLang="en-US" sz="700" dirty="0"/>
                        <a:t> 페이지로 연결된 </a:t>
                      </a:r>
                      <a:r>
                        <a:rPr lang="ko-KR" altLang="en-US" sz="700" dirty="0" err="1"/>
                        <a:t>테미와</a:t>
                      </a:r>
                      <a:r>
                        <a:rPr lang="ko-KR" altLang="en-US" sz="700" dirty="0"/>
                        <a:t> 연결을 설정 가능</a:t>
                      </a: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1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" sz="800" dirty="0">
                          <a:solidFill>
                            <a:schemeClr val="dk1"/>
                          </a:solidFill>
                        </a:rPr>
                        <a:t>1 &lt;text&gt;</a:t>
                      </a:r>
                      <a:r>
                        <a:rPr lang="ko-KR" altLang="en-US" sz="800" dirty="0">
                          <a:solidFill>
                            <a:schemeClr val="dk1"/>
                          </a:solidFill>
                        </a:rPr>
                        <a:t>연결된 가정용 </a:t>
                      </a:r>
                      <a:r>
                        <a:rPr lang="ko-KR" altLang="en-US" sz="800" dirty="0" err="1">
                          <a:solidFill>
                            <a:schemeClr val="dk1"/>
                          </a:solidFill>
                        </a:rPr>
                        <a:t>테미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2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altLang="ko" sz="800" dirty="0">
                          <a:solidFill>
                            <a:schemeClr val="dk1"/>
                          </a:solidFill>
                        </a:rPr>
                        <a:t>&lt;text&gt;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 QR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로 검색된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테미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3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" sz="800" dirty="0">
                          <a:solidFill>
                            <a:schemeClr val="dk1"/>
                          </a:solidFill>
                        </a:rPr>
                        <a:t>3 &lt;canvas&gt; </a:t>
                      </a:r>
                      <a:r>
                        <a:rPr lang="ko-KR" altLang="en-US" sz="800" dirty="0">
                          <a:solidFill>
                            <a:schemeClr val="dk1"/>
                          </a:solidFill>
                        </a:rPr>
                        <a:t>카메라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4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/>
                        <a:t>4 &lt;</a:t>
                      </a:r>
                      <a:r>
                        <a:rPr lang="en-US" sz="700" dirty="0" err="1"/>
                        <a:t>btn</a:t>
                      </a:r>
                      <a:r>
                        <a:rPr lang="en-US" sz="700" dirty="0"/>
                        <a:t>&gt; QR </a:t>
                      </a:r>
                      <a:r>
                        <a:rPr lang="ko-KR" altLang="en-US" sz="700" dirty="0"/>
                        <a:t>찍기 버튼 </a:t>
                      </a:r>
                      <a:endParaRPr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5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5 &lt;</a:t>
                      </a:r>
                      <a:r>
                        <a:rPr lang="en-US" altLang="ko-KR" sz="800" dirty="0" err="1"/>
                        <a:t>btn</a:t>
                      </a:r>
                      <a:r>
                        <a:rPr lang="en-US" altLang="ko-KR" sz="800" dirty="0"/>
                        <a:t>&gt; </a:t>
                      </a:r>
                      <a:r>
                        <a:rPr lang="ko-KR" altLang="en-US" sz="800" dirty="0"/>
                        <a:t>연결 버튼 </a:t>
                      </a:r>
                      <a:r>
                        <a:rPr lang="en-US" altLang="ko-KR" sz="800" dirty="0"/>
                        <a:t>QR </a:t>
                      </a:r>
                      <a:r>
                        <a:rPr lang="ko-KR" altLang="en-US" sz="800" dirty="0"/>
                        <a:t>인식 </a:t>
                      </a:r>
                      <a:r>
                        <a:rPr lang="ko-KR" altLang="en-US" sz="800" dirty="0" err="1"/>
                        <a:t>성공시</a:t>
                      </a:r>
                      <a:r>
                        <a:rPr lang="ko-KR" altLang="en-US" sz="800" dirty="0"/>
                        <a:t> 활성화 </a:t>
                      </a: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9" name="Google Shape;79;p16">
            <a:extLst>
              <a:ext uri="{FF2B5EF4-FFF2-40B4-BE49-F238E27FC236}">
                <a16:creationId xmlns:a16="http://schemas.microsoft.com/office/drawing/2014/main" id="{3D4D6D3F-4919-D7E1-40C8-F46D1AF1D6B1}"/>
              </a:ext>
            </a:extLst>
          </p:cNvPr>
          <p:cNvSpPr/>
          <p:nvPr/>
        </p:nvSpPr>
        <p:spPr>
          <a:xfrm>
            <a:off x="1308850" y="1142623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2</a:t>
            </a:r>
            <a:endParaRPr sz="1200" dirty="0"/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148724EC-ACF9-AFEB-CDFF-0F01E5667B00}"/>
              </a:ext>
            </a:extLst>
          </p:cNvPr>
          <p:cNvSpPr/>
          <p:nvPr/>
        </p:nvSpPr>
        <p:spPr>
          <a:xfrm>
            <a:off x="1278388" y="3956587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4</a:t>
            </a:r>
            <a:endParaRPr sz="1200" dirty="0"/>
          </a:p>
        </p:txBody>
      </p:sp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2B601841-D99F-DA25-8279-D58354C5AFC2}"/>
              </a:ext>
            </a:extLst>
          </p:cNvPr>
          <p:cNvSpPr/>
          <p:nvPr/>
        </p:nvSpPr>
        <p:spPr>
          <a:xfrm>
            <a:off x="1425388" y="871861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1</a:t>
            </a:r>
            <a:endParaRPr sz="1200" dirty="0"/>
          </a:p>
        </p:txBody>
      </p:sp>
      <p:sp>
        <p:nvSpPr>
          <p:cNvPr id="90" name="Google Shape;90;p16">
            <a:extLst>
              <a:ext uri="{FF2B5EF4-FFF2-40B4-BE49-F238E27FC236}">
                <a16:creationId xmlns:a16="http://schemas.microsoft.com/office/drawing/2014/main" id="{883EFA1B-24E3-7689-D13B-7F2F4AFB39A5}"/>
              </a:ext>
            </a:extLst>
          </p:cNvPr>
          <p:cNvSpPr/>
          <p:nvPr/>
        </p:nvSpPr>
        <p:spPr>
          <a:xfrm>
            <a:off x="1284057" y="1493465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3</a:t>
            </a:r>
            <a:endParaRPr sz="12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B2937B-A3BF-ED8E-DFC5-626242099A35}"/>
              </a:ext>
            </a:extLst>
          </p:cNvPr>
          <p:cNvSpPr/>
          <p:nvPr/>
        </p:nvSpPr>
        <p:spPr>
          <a:xfrm>
            <a:off x="1425388" y="859346"/>
            <a:ext cx="2312894" cy="3991079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0C22A9-0D33-441C-36A6-EDC644577264}"/>
              </a:ext>
            </a:extLst>
          </p:cNvPr>
          <p:cNvSpPr txBox="1"/>
          <p:nvPr/>
        </p:nvSpPr>
        <p:spPr>
          <a:xfrm>
            <a:off x="1425388" y="918467"/>
            <a:ext cx="1212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연결된 </a:t>
            </a:r>
            <a:r>
              <a:rPr lang="ko-KR" altLang="en-US" dirty="0" err="1"/>
              <a:t>테미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BDDC81D-7F8D-26BB-2262-B0DD4E24EDD9}"/>
              </a:ext>
            </a:extLst>
          </p:cNvPr>
          <p:cNvSpPr/>
          <p:nvPr/>
        </p:nvSpPr>
        <p:spPr>
          <a:xfrm>
            <a:off x="1481007" y="1516883"/>
            <a:ext cx="2201656" cy="2402567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QR </a:t>
            </a:r>
            <a:r>
              <a:rPr lang="ko-KR" altLang="en-US" dirty="0"/>
              <a:t>카메라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CF38979-4D42-368F-8DCF-FAC1BECF70B5}"/>
              </a:ext>
            </a:extLst>
          </p:cNvPr>
          <p:cNvSpPr/>
          <p:nvPr/>
        </p:nvSpPr>
        <p:spPr>
          <a:xfrm>
            <a:off x="1481007" y="4058537"/>
            <a:ext cx="1071693" cy="29125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QR </a:t>
            </a:r>
            <a:r>
              <a:rPr lang="ko-KR" altLang="en-US" dirty="0"/>
              <a:t>인식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FCDF2E2-EB8D-FCEC-43FA-757FA75AD1FF}"/>
              </a:ext>
            </a:extLst>
          </p:cNvPr>
          <p:cNvSpPr/>
          <p:nvPr/>
        </p:nvSpPr>
        <p:spPr>
          <a:xfrm>
            <a:off x="2621700" y="4058537"/>
            <a:ext cx="1071693" cy="29125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연결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947C44-C720-2AE0-AC14-38262771FB0D}"/>
              </a:ext>
            </a:extLst>
          </p:cNvPr>
          <p:cNvSpPr txBox="1"/>
          <p:nvPr/>
        </p:nvSpPr>
        <p:spPr>
          <a:xfrm>
            <a:off x="1447098" y="1155177"/>
            <a:ext cx="1212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검색된 </a:t>
            </a:r>
            <a:r>
              <a:rPr lang="ko-KR" altLang="en-US" dirty="0" err="1"/>
              <a:t>테미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 </a:t>
            </a:r>
          </a:p>
        </p:txBody>
      </p:sp>
      <p:sp>
        <p:nvSpPr>
          <p:cNvPr id="12" name="Google Shape;87;p16">
            <a:extLst>
              <a:ext uri="{FF2B5EF4-FFF2-40B4-BE49-F238E27FC236}">
                <a16:creationId xmlns:a16="http://schemas.microsoft.com/office/drawing/2014/main" id="{1457864C-E05E-81C5-9B93-FC165FCA0CEA}"/>
              </a:ext>
            </a:extLst>
          </p:cNvPr>
          <p:cNvSpPr/>
          <p:nvPr/>
        </p:nvSpPr>
        <p:spPr>
          <a:xfrm>
            <a:off x="2484550" y="3937852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5</a:t>
            </a: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2041902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D81D5F21-F47F-472E-150E-A5B2B79F0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>
            <a:extLst>
              <a:ext uri="{FF2B5EF4-FFF2-40B4-BE49-F238E27FC236}">
                <a16:creationId xmlns:a16="http://schemas.microsoft.com/office/drawing/2014/main" id="{B4A24C3B-6DB3-5BBC-61E0-D47686959180}"/>
              </a:ext>
            </a:extLst>
          </p:cNvPr>
          <p:cNvSpPr/>
          <p:nvPr/>
        </p:nvSpPr>
        <p:spPr>
          <a:xfrm>
            <a:off x="132300" y="171975"/>
            <a:ext cx="6455700" cy="522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2F1682B6-DB5D-B4D6-F506-A48F659E6E84}"/>
              </a:ext>
            </a:extLst>
          </p:cNvPr>
          <p:cNvSpPr txBox="1"/>
          <p:nvPr/>
        </p:nvSpPr>
        <p:spPr>
          <a:xfrm>
            <a:off x="291050" y="231525"/>
            <a:ext cx="826800" cy="379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2"/>
                </a:solidFill>
              </a:rPr>
              <a:t>TEMI</a:t>
            </a:r>
            <a:endParaRPr sz="1200" dirty="0">
              <a:solidFill>
                <a:schemeClr val="dk2"/>
              </a:solidFill>
            </a:endParaRPr>
          </a:p>
        </p:txBody>
      </p:sp>
      <p:graphicFrame>
        <p:nvGraphicFramePr>
          <p:cNvPr id="73" name="Google Shape;73;p16">
            <a:extLst>
              <a:ext uri="{FF2B5EF4-FFF2-40B4-BE49-F238E27FC236}">
                <a16:creationId xmlns:a16="http://schemas.microsoft.com/office/drawing/2014/main" id="{D716415F-81B2-307A-347B-BEA9FD0F73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6027444"/>
              </p:ext>
            </p:extLst>
          </p:nvPr>
        </p:nvGraphicFramePr>
        <p:xfrm>
          <a:off x="1243525" y="231525"/>
          <a:ext cx="5254700" cy="169975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9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 위치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" sz="800" dirty="0"/>
                        <a:t>[HOME&gt;</a:t>
                      </a:r>
                      <a:r>
                        <a:rPr lang="ko-KR" altLang="en-US" sz="800" dirty="0"/>
                        <a:t>설정</a:t>
                      </a:r>
                      <a:r>
                        <a:rPr lang="en-US" altLang="ko-KR" sz="800" dirty="0"/>
                        <a:t>&gt;</a:t>
                      </a:r>
                      <a:r>
                        <a:rPr lang="ko-KR" altLang="en-US" sz="800" dirty="0" err="1"/>
                        <a:t>매장테미</a:t>
                      </a:r>
                      <a:r>
                        <a:rPr lang="en-US" altLang="ko-KR" sz="800" dirty="0"/>
                        <a:t>]</a:t>
                      </a:r>
                      <a:endParaRPr lang="ko-KR" altLang="en-US" sz="800" dirty="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" name="Google Shape;74;p16">
            <a:extLst>
              <a:ext uri="{FF2B5EF4-FFF2-40B4-BE49-F238E27FC236}">
                <a16:creationId xmlns:a16="http://schemas.microsoft.com/office/drawing/2014/main" id="{5DECE7FB-5070-02C0-A1F4-520258A542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5520892"/>
              </p:ext>
            </p:extLst>
          </p:nvPr>
        </p:nvGraphicFramePr>
        <p:xfrm>
          <a:off x="1243525" y="440838"/>
          <a:ext cx="5254700" cy="169875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9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화면명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800" dirty="0" err="1"/>
                        <a:t>매장테미</a:t>
                      </a:r>
                      <a:endParaRPr sz="800" dirty="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Google Shape;75;p16">
            <a:extLst>
              <a:ext uri="{FF2B5EF4-FFF2-40B4-BE49-F238E27FC236}">
                <a16:creationId xmlns:a16="http://schemas.microsoft.com/office/drawing/2014/main" id="{66963692-2706-230C-64F8-3C6B4A894B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9082991"/>
              </p:ext>
            </p:extLst>
          </p:nvPr>
        </p:nvGraphicFramePr>
        <p:xfrm>
          <a:off x="6657000" y="171975"/>
          <a:ext cx="2420850" cy="4100200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31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4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 설명 - Description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※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" sz="700" dirty="0"/>
                        <a:t>[HOME&gt;</a:t>
                      </a:r>
                      <a:r>
                        <a:rPr lang="ko-KR" altLang="en-US" sz="700" dirty="0"/>
                        <a:t>설정</a:t>
                      </a:r>
                      <a:r>
                        <a:rPr lang="en-US" altLang="ko-KR" sz="700" dirty="0"/>
                        <a:t>&gt;</a:t>
                      </a:r>
                      <a:r>
                        <a:rPr lang="ko-KR" altLang="en-US" sz="700" dirty="0" err="1"/>
                        <a:t>매장테미</a:t>
                      </a:r>
                      <a:r>
                        <a:rPr lang="en-US" altLang="ko-KR" sz="700" dirty="0"/>
                        <a:t>]</a:t>
                      </a:r>
                      <a:endParaRPr lang="ko-KR" altLang="en-US" sz="7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700" dirty="0" err="1"/>
                        <a:t>매장테미</a:t>
                      </a:r>
                      <a:r>
                        <a:rPr lang="ko-KR" altLang="en-US" sz="700" dirty="0"/>
                        <a:t> 연결 및 리스트 전송</a:t>
                      </a: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1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" sz="800" dirty="0">
                          <a:solidFill>
                            <a:schemeClr val="dk1"/>
                          </a:solidFill>
                        </a:rPr>
                        <a:t>1 </a:t>
                      </a:r>
                      <a:r>
                        <a:rPr lang="en-US" altLang="ko-KR" sz="800" dirty="0"/>
                        <a:t>&lt;</a:t>
                      </a:r>
                      <a:r>
                        <a:rPr lang="en-US" altLang="ko-KR" sz="800" dirty="0" err="1"/>
                        <a:t>btn</a:t>
                      </a:r>
                      <a:r>
                        <a:rPr lang="en-US" altLang="ko-KR" sz="800" dirty="0"/>
                        <a:t>&gt; </a:t>
                      </a:r>
                      <a:r>
                        <a:rPr lang="ko-KR" altLang="en-US" sz="800" dirty="0" err="1">
                          <a:solidFill>
                            <a:schemeClr val="dk1"/>
                          </a:solidFill>
                        </a:rPr>
                        <a:t>전송할리스트</a:t>
                      </a:r>
                      <a:r>
                        <a:rPr lang="ko-KR" altLang="en-US" sz="800" dirty="0">
                          <a:solidFill>
                            <a:schemeClr val="dk1"/>
                          </a:solidFill>
                        </a:rPr>
                        <a:t> 선택 팝업 열기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2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altLang="ko-KR" sz="800" dirty="0"/>
                        <a:t>&lt;</a:t>
                      </a:r>
                      <a:r>
                        <a:rPr lang="en-US" altLang="ko-KR" sz="800" dirty="0" err="1"/>
                        <a:t>btn</a:t>
                      </a:r>
                      <a:r>
                        <a:rPr lang="en-US" altLang="ko-KR" sz="800" dirty="0"/>
                        <a:t>&gt;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매장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테미로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데이터 전송</a:t>
                      </a: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 dirty="0"/>
                        <a:t>3</a:t>
                      </a:r>
                      <a:endParaRPr sz="800" dirty="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" sz="800" dirty="0">
                          <a:solidFill>
                            <a:schemeClr val="dk1"/>
                          </a:solidFill>
                        </a:rPr>
                        <a:t>3 &lt;list&gt; </a:t>
                      </a:r>
                      <a:r>
                        <a:rPr lang="ko-KR" altLang="en-US" sz="800" dirty="0">
                          <a:solidFill>
                            <a:schemeClr val="dk1"/>
                          </a:solidFill>
                        </a:rPr>
                        <a:t>저장되어 있는 리스트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(10~11p)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3-1 &lt;</a:t>
                      </a:r>
                      <a:r>
                        <a:rPr lang="en-US" altLang="ko-KR" sz="800" dirty="0" err="1">
                          <a:solidFill>
                            <a:schemeClr val="dk1"/>
                          </a:solidFill>
                        </a:rPr>
                        <a:t>btn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&gt;</a:t>
                      </a:r>
                      <a:r>
                        <a:rPr lang="ko-KR" altLang="en-US" sz="800" dirty="0">
                          <a:solidFill>
                            <a:schemeClr val="dk1"/>
                          </a:solidFill>
                        </a:rPr>
                        <a:t>리스트 객체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: </a:t>
                      </a:r>
                      <a:r>
                        <a:rPr lang="ko-KR" altLang="en-US" sz="800" dirty="0">
                          <a:solidFill>
                            <a:schemeClr val="dk1"/>
                          </a:solidFill>
                        </a:rPr>
                        <a:t>저장된 이름 및 날짜 선택 가능하게  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 dirty="0"/>
                        <a:t>4</a:t>
                      </a:r>
                      <a:endParaRPr sz="800" dirty="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/>
                        <a:t>4 &lt;</a:t>
                      </a:r>
                      <a:r>
                        <a:rPr lang="en-US" sz="700" dirty="0" err="1"/>
                        <a:t>btn</a:t>
                      </a:r>
                      <a:r>
                        <a:rPr lang="en-US" sz="700" dirty="0"/>
                        <a:t>&gt; </a:t>
                      </a:r>
                      <a:r>
                        <a:rPr lang="ko-KR" altLang="en-US" sz="700" dirty="0"/>
                        <a:t>리스트 선택</a:t>
                      </a:r>
                      <a:endParaRPr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5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9" name="Google Shape;79;p16">
            <a:extLst>
              <a:ext uri="{FF2B5EF4-FFF2-40B4-BE49-F238E27FC236}">
                <a16:creationId xmlns:a16="http://schemas.microsoft.com/office/drawing/2014/main" id="{0BFE8D06-1BAA-46DB-8D32-C848DB0E354C}"/>
              </a:ext>
            </a:extLst>
          </p:cNvPr>
          <p:cNvSpPr/>
          <p:nvPr/>
        </p:nvSpPr>
        <p:spPr>
          <a:xfrm>
            <a:off x="152563" y="4289830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2</a:t>
            </a:r>
            <a:endParaRPr sz="1200" dirty="0"/>
          </a:p>
        </p:txBody>
      </p:sp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D3A50C78-F4F5-6FF7-41B3-5E3A09B33A47}"/>
              </a:ext>
            </a:extLst>
          </p:cNvPr>
          <p:cNvSpPr/>
          <p:nvPr/>
        </p:nvSpPr>
        <p:spPr>
          <a:xfrm>
            <a:off x="120738" y="3919514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1</a:t>
            </a:r>
            <a:endParaRPr sz="1200" dirty="0"/>
          </a:p>
        </p:txBody>
      </p:sp>
      <p:sp>
        <p:nvSpPr>
          <p:cNvPr id="90" name="Google Shape;90;p16">
            <a:extLst>
              <a:ext uri="{FF2B5EF4-FFF2-40B4-BE49-F238E27FC236}">
                <a16:creationId xmlns:a16="http://schemas.microsoft.com/office/drawing/2014/main" id="{F3C80A58-A252-E0FA-B67A-2E29D47367F1}"/>
              </a:ext>
            </a:extLst>
          </p:cNvPr>
          <p:cNvSpPr/>
          <p:nvPr/>
        </p:nvSpPr>
        <p:spPr>
          <a:xfrm>
            <a:off x="3372732" y="1018014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3</a:t>
            </a:r>
            <a:endParaRPr sz="12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4FDA56C-465A-15DE-7BC9-1A8D2DD179F4}"/>
              </a:ext>
            </a:extLst>
          </p:cNvPr>
          <p:cNvSpPr/>
          <p:nvPr/>
        </p:nvSpPr>
        <p:spPr>
          <a:xfrm>
            <a:off x="267738" y="886384"/>
            <a:ext cx="2312894" cy="3991079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9CC3E67-51D3-973E-3B19-5467ADC7327C}"/>
              </a:ext>
            </a:extLst>
          </p:cNvPr>
          <p:cNvSpPr/>
          <p:nvPr/>
        </p:nvSpPr>
        <p:spPr>
          <a:xfrm>
            <a:off x="323357" y="1258354"/>
            <a:ext cx="2201656" cy="2402567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QR </a:t>
            </a:r>
            <a:r>
              <a:rPr lang="ko-KR" altLang="en-US" dirty="0"/>
              <a:t>카메라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35263A8-F8E5-AB23-ECE8-60F9482F59F8}"/>
              </a:ext>
            </a:extLst>
          </p:cNvPr>
          <p:cNvSpPr/>
          <p:nvPr/>
        </p:nvSpPr>
        <p:spPr>
          <a:xfrm>
            <a:off x="323357" y="3679312"/>
            <a:ext cx="1071693" cy="29125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QR </a:t>
            </a:r>
            <a:r>
              <a:rPr lang="ko-KR" altLang="en-US" dirty="0"/>
              <a:t>인식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CFED2F1-B3EA-DFB9-D0CD-2D75F65791F0}"/>
              </a:ext>
            </a:extLst>
          </p:cNvPr>
          <p:cNvSpPr/>
          <p:nvPr/>
        </p:nvSpPr>
        <p:spPr>
          <a:xfrm>
            <a:off x="1424185" y="3679312"/>
            <a:ext cx="1054152" cy="29125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연결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55CF4B-44C2-1D03-7CDD-7877C7EB9501}"/>
              </a:ext>
            </a:extLst>
          </p:cNvPr>
          <p:cNvSpPr txBox="1"/>
          <p:nvPr/>
        </p:nvSpPr>
        <p:spPr>
          <a:xfrm>
            <a:off x="267738" y="932186"/>
            <a:ext cx="1212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검색된 </a:t>
            </a:r>
            <a:r>
              <a:rPr lang="ko-KR" altLang="en-US" dirty="0" err="1"/>
              <a:t>테미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C963AC1-84CC-3D4B-05E1-95AE4F2D92C7}"/>
              </a:ext>
            </a:extLst>
          </p:cNvPr>
          <p:cNvSpPr/>
          <p:nvPr/>
        </p:nvSpPr>
        <p:spPr>
          <a:xfrm>
            <a:off x="294222" y="4032891"/>
            <a:ext cx="2201656" cy="29125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ko-KR" altLang="en-US"/>
              <a:t>전송할 리스트 선택 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A36A825-7298-A9B5-3807-12420835FE9F}"/>
              </a:ext>
            </a:extLst>
          </p:cNvPr>
          <p:cNvSpPr/>
          <p:nvPr/>
        </p:nvSpPr>
        <p:spPr>
          <a:xfrm>
            <a:off x="294222" y="4386470"/>
            <a:ext cx="2201656" cy="29125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전송하기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B5C5257-0AD6-7A0C-0145-20D781BE4F61}"/>
              </a:ext>
            </a:extLst>
          </p:cNvPr>
          <p:cNvSpPr/>
          <p:nvPr/>
        </p:nvSpPr>
        <p:spPr>
          <a:xfrm>
            <a:off x="3497748" y="920896"/>
            <a:ext cx="2312894" cy="3991079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0CEC568-087B-088C-ECA5-24B8C6488B18}"/>
              </a:ext>
            </a:extLst>
          </p:cNvPr>
          <p:cNvSpPr/>
          <p:nvPr/>
        </p:nvSpPr>
        <p:spPr>
          <a:xfrm>
            <a:off x="3553367" y="1292866"/>
            <a:ext cx="2201656" cy="2402567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QR </a:t>
            </a:r>
            <a:r>
              <a:rPr lang="ko-KR" altLang="en-US" dirty="0"/>
              <a:t>카메라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CEE2957-2F40-FD95-CA49-D51BB8AC2DC2}"/>
              </a:ext>
            </a:extLst>
          </p:cNvPr>
          <p:cNvSpPr/>
          <p:nvPr/>
        </p:nvSpPr>
        <p:spPr>
          <a:xfrm>
            <a:off x="3553367" y="3713824"/>
            <a:ext cx="1071693" cy="29125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QR </a:t>
            </a:r>
            <a:r>
              <a:rPr lang="ko-KR" altLang="en-US" dirty="0"/>
              <a:t>인식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371D9CC-AB43-132A-AA58-F7206B744276}"/>
              </a:ext>
            </a:extLst>
          </p:cNvPr>
          <p:cNvSpPr/>
          <p:nvPr/>
        </p:nvSpPr>
        <p:spPr>
          <a:xfrm>
            <a:off x="4654195" y="3713824"/>
            <a:ext cx="1054152" cy="29125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연결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B12747-DF59-AE7F-C55D-068202108A1F}"/>
              </a:ext>
            </a:extLst>
          </p:cNvPr>
          <p:cNvSpPr txBox="1"/>
          <p:nvPr/>
        </p:nvSpPr>
        <p:spPr>
          <a:xfrm>
            <a:off x="3497748" y="966698"/>
            <a:ext cx="1212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검색된 </a:t>
            </a:r>
            <a:r>
              <a:rPr lang="ko-KR" altLang="en-US" dirty="0" err="1"/>
              <a:t>테미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 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32F00AB-7DD5-3039-7D24-45ED9002743C}"/>
              </a:ext>
            </a:extLst>
          </p:cNvPr>
          <p:cNvSpPr/>
          <p:nvPr/>
        </p:nvSpPr>
        <p:spPr>
          <a:xfrm>
            <a:off x="3524232" y="4067403"/>
            <a:ext cx="2201656" cy="29125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전송할 리스트 선택 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024D347-7602-EE48-2A61-883C02931218}"/>
              </a:ext>
            </a:extLst>
          </p:cNvPr>
          <p:cNvSpPr/>
          <p:nvPr/>
        </p:nvSpPr>
        <p:spPr>
          <a:xfrm>
            <a:off x="3524232" y="4420982"/>
            <a:ext cx="2201656" cy="29125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전송하기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342E66-3424-79A9-E7B3-16F333B306CD}"/>
              </a:ext>
            </a:extLst>
          </p:cNvPr>
          <p:cNvSpPr/>
          <p:nvPr/>
        </p:nvSpPr>
        <p:spPr>
          <a:xfrm>
            <a:off x="3547570" y="1138426"/>
            <a:ext cx="2154980" cy="34629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4121F60-86C6-9E45-4E98-B54F9B07476F}"/>
              </a:ext>
            </a:extLst>
          </p:cNvPr>
          <p:cNvSpPr/>
          <p:nvPr/>
        </p:nvSpPr>
        <p:spPr>
          <a:xfrm>
            <a:off x="3657600" y="1200150"/>
            <a:ext cx="1899356" cy="2476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리스트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C2F7AF-3806-9795-2CB8-2808F8C262EA}"/>
              </a:ext>
            </a:extLst>
          </p:cNvPr>
          <p:cNvSpPr txBox="1"/>
          <p:nvPr/>
        </p:nvSpPr>
        <p:spPr>
          <a:xfrm>
            <a:off x="4760420" y="1200150"/>
            <a:ext cx="939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2026-5-19</a:t>
            </a:r>
            <a:endParaRPr lang="ko-KR" altLang="en-US" sz="105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3C0884A-6860-99C5-F72B-27BB0A7D7082}"/>
              </a:ext>
            </a:extLst>
          </p:cNvPr>
          <p:cNvSpPr/>
          <p:nvPr/>
        </p:nvSpPr>
        <p:spPr>
          <a:xfrm>
            <a:off x="3665727" y="1516940"/>
            <a:ext cx="1899356" cy="2476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리스트 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C78736-AB15-E596-446F-4B20C52C0E10}"/>
              </a:ext>
            </a:extLst>
          </p:cNvPr>
          <p:cNvSpPr txBox="1"/>
          <p:nvPr/>
        </p:nvSpPr>
        <p:spPr>
          <a:xfrm>
            <a:off x="4768547" y="1516940"/>
            <a:ext cx="939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2026-5-19</a:t>
            </a:r>
            <a:endParaRPr lang="ko-KR" altLang="en-US" sz="1050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A5E476E-CB46-A0EF-87E8-96AD93B11B80}"/>
              </a:ext>
            </a:extLst>
          </p:cNvPr>
          <p:cNvSpPr/>
          <p:nvPr/>
        </p:nvSpPr>
        <p:spPr>
          <a:xfrm>
            <a:off x="3657600" y="1827835"/>
            <a:ext cx="1899356" cy="2476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리스트 </a:t>
            </a:r>
            <a:r>
              <a:rPr lang="en-US" altLang="ko-KR" dirty="0">
                <a:solidFill>
                  <a:schemeClr val="tx1"/>
                </a:solidFill>
              </a:rPr>
              <a:t>3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4E4616-AF67-D5C1-9062-8912E68325AB}"/>
              </a:ext>
            </a:extLst>
          </p:cNvPr>
          <p:cNvSpPr txBox="1"/>
          <p:nvPr/>
        </p:nvSpPr>
        <p:spPr>
          <a:xfrm>
            <a:off x="4760420" y="1827835"/>
            <a:ext cx="939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2026-5-19</a:t>
            </a:r>
            <a:endParaRPr lang="ko-KR" altLang="en-US" sz="1050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0909FC2-E4D3-F32D-035E-00B971225BED}"/>
              </a:ext>
            </a:extLst>
          </p:cNvPr>
          <p:cNvSpPr/>
          <p:nvPr/>
        </p:nvSpPr>
        <p:spPr>
          <a:xfrm>
            <a:off x="3600042" y="4240728"/>
            <a:ext cx="2038757" cy="29125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ko-KR" altLang="en-US"/>
              <a:t>선택</a:t>
            </a:r>
            <a:endParaRPr lang="ko-KR" altLang="en-US" dirty="0"/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669C55B9-9BAD-6B94-2154-854BD5D81684}"/>
              </a:ext>
            </a:extLst>
          </p:cNvPr>
          <p:cNvSpPr/>
          <p:nvPr/>
        </p:nvSpPr>
        <p:spPr>
          <a:xfrm>
            <a:off x="3518882" y="4124414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4</a:t>
            </a:r>
            <a:endParaRPr sz="1200" dirty="0"/>
          </a:p>
        </p:txBody>
      </p: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345579F4-32D1-D44A-7837-518767C2399C}"/>
              </a:ext>
            </a:extLst>
          </p:cNvPr>
          <p:cNvCxnSpPr>
            <a:cxnSpLocks/>
            <a:stCxn id="3" idx="3"/>
            <a:endCxn id="20" idx="0"/>
          </p:cNvCxnSpPr>
          <p:nvPr/>
        </p:nvCxnSpPr>
        <p:spPr>
          <a:xfrm flipV="1">
            <a:off x="2495878" y="1138426"/>
            <a:ext cx="2129182" cy="3040090"/>
          </a:xfrm>
          <a:prstGeom prst="curvedConnector4">
            <a:avLst>
              <a:gd name="adj1" fmla="val 24697"/>
              <a:gd name="adj2" fmla="val 10752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Google Shape;87;p16">
            <a:extLst>
              <a:ext uri="{FF2B5EF4-FFF2-40B4-BE49-F238E27FC236}">
                <a16:creationId xmlns:a16="http://schemas.microsoft.com/office/drawing/2014/main" id="{8B314A66-8581-8047-912F-6DA48A197D6C}"/>
              </a:ext>
            </a:extLst>
          </p:cNvPr>
          <p:cNvSpPr/>
          <p:nvPr/>
        </p:nvSpPr>
        <p:spPr>
          <a:xfrm>
            <a:off x="3568960" y="1132820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600" dirty="0"/>
              <a:t>3-1</a:t>
            </a:r>
            <a:endParaRPr sz="600" dirty="0"/>
          </a:p>
        </p:txBody>
      </p:sp>
    </p:spTree>
    <p:extLst>
      <p:ext uri="{BB962C8B-B14F-4D97-AF65-F5344CB8AC3E}">
        <p14:creationId xmlns:p14="http://schemas.microsoft.com/office/powerpoint/2010/main" val="3603436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DDD9DEC3-34CE-56F7-860E-99A43525D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>
            <a:extLst>
              <a:ext uri="{FF2B5EF4-FFF2-40B4-BE49-F238E27FC236}">
                <a16:creationId xmlns:a16="http://schemas.microsoft.com/office/drawing/2014/main" id="{535F1405-1D06-1C54-9BE4-408992583635}"/>
              </a:ext>
            </a:extLst>
          </p:cNvPr>
          <p:cNvSpPr/>
          <p:nvPr/>
        </p:nvSpPr>
        <p:spPr>
          <a:xfrm>
            <a:off x="132300" y="171975"/>
            <a:ext cx="6455700" cy="522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39DBCA9B-A488-1ED4-07E6-4C2E9BBEBDBE}"/>
              </a:ext>
            </a:extLst>
          </p:cNvPr>
          <p:cNvSpPr txBox="1"/>
          <p:nvPr/>
        </p:nvSpPr>
        <p:spPr>
          <a:xfrm>
            <a:off x="291050" y="231525"/>
            <a:ext cx="826800" cy="379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2"/>
                </a:solidFill>
              </a:rPr>
              <a:t>TEMI</a:t>
            </a:r>
            <a:endParaRPr sz="1200" dirty="0">
              <a:solidFill>
                <a:schemeClr val="dk2"/>
              </a:solidFill>
            </a:endParaRPr>
          </a:p>
        </p:txBody>
      </p:sp>
      <p:graphicFrame>
        <p:nvGraphicFramePr>
          <p:cNvPr id="73" name="Google Shape;73;p16">
            <a:extLst>
              <a:ext uri="{FF2B5EF4-FFF2-40B4-BE49-F238E27FC236}">
                <a16:creationId xmlns:a16="http://schemas.microsoft.com/office/drawing/2014/main" id="{14220856-2390-2683-6917-8E0C0FD45A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285676"/>
              </p:ext>
            </p:extLst>
          </p:nvPr>
        </p:nvGraphicFramePr>
        <p:xfrm>
          <a:off x="1243525" y="231525"/>
          <a:ext cx="5254700" cy="169975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9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 위치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" sz="800" dirty="0"/>
                        <a:t>[HOME&gt;</a:t>
                      </a:r>
                      <a:r>
                        <a:rPr lang="ko-KR" altLang="en-US" sz="800" dirty="0"/>
                        <a:t>설정</a:t>
                      </a:r>
                      <a:r>
                        <a:rPr lang="en-US" altLang="ko-KR" sz="800" dirty="0"/>
                        <a:t>&gt;</a:t>
                      </a:r>
                      <a:r>
                        <a:rPr lang="ko-KR" altLang="en-US" sz="800" dirty="0"/>
                        <a:t>서랍관리</a:t>
                      </a:r>
                      <a:r>
                        <a:rPr lang="en-US" altLang="ko-KR" sz="800" dirty="0"/>
                        <a:t>]</a:t>
                      </a:r>
                      <a:endParaRPr lang="ko-KR" altLang="en-US" sz="800" dirty="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" name="Google Shape;74;p16">
            <a:extLst>
              <a:ext uri="{FF2B5EF4-FFF2-40B4-BE49-F238E27FC236}">
                <a16:creationId xmlns:a16="http://schemas.microsoft.com/office/drawing/2014/main" id="{72662F03-AF99-D223-2CC4-D089C1A0BD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3139806"/>
              </p:ext>
            </p:extLst>
          </p:nvPr>
        </p:nvGraphicFramePr>
        <p:xfrm>
          <a:off x="1243525" y="440838"/>
          <a:ext cx="5254700" cy="169875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9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화면명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800" dirty="0"/>
                        <a:t>서랍관리</a:t>
                      </a:r>
                      <a:endParaRPr sz="800" dirty="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Google Shape;75;p16">
            <a:extLst>
              <a:ext uri="{FF2B5EF4-FFF2-40B4-BE49-F238E27FC236}">
                <a16:creationId xmlns:a16="http://schemas.microsoft.com/office/drawing/2014/main" id="{19E7CD2E-8E1C-08BA-E6CE-065DBBFA90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9499866"/>
              </p:ext>
            </p:extLst>
          </p:nvPr>
        </p:nvGraphicFramePr>
        <p:xfrm>
          <a:off x="6657000" y="171975"/>
          <a:ext cx="2420850" cy="4100200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31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4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 설명 - Description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※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" sz="700" dirty="0"/>
                        <a:t>[HOME&gt;</a:t>
                      </a:r>
                      <a:r>
                        <a:rPr lang="ko-KR" altLang="en-US" sz="700" dirty="0"/>
                        <a:t>설정</a:t>
                      </a:r>
                      <a:r>
                        <a:rPr lang="en-US" altLang="ko-KR" sz="700" dirty="0"/>
                        <a:t>&gt;</a:t>
                      </a:r>
                      <a:r>
                        <a:rPr lang="ko-KR" altLang="en-US" sz="700" dirty="0"/>
                        <a:t>서랍관리</a:t>
                      </a:r>
                      <a:r>
                        <a:rPr lang="en-US" altLang="ko-KR" sz="700" dirty="0"/>
                        <a:t>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dirty="0"/>
                        <a:t>서랍 관리</a:t>
                      </a: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1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" sz="800" dirty="0">
                          <a:solidFill>
                            <a:schemeClr val="dk1"/>
                          </a:solidFill>
                        </a:rPr>
                        <a:t>1 &lt;</a:t>
                      </a:r>
                      <a:r>
                        <a:rPr lang="en-US" altLang="ko" sz="800" dirty="0" err="1">
                          <a:solidFill>
                            <a:schemeClr val="dk1"/>
                          </a:solidFill>
                        </a:rPr>
                        <a:t>btn</a:t>
                      </a:r>
                      <a:r>
                        <a:rPr lang="en-US" altLang="ko" sz="800" dirty="0">
                          <a:solidFill>
                            <a:schemeClr val="dk1"/>
                          </a:solidFill>
                        </a:rPr>
                        <a:t>&gt;</a:t>
                      </a:r>
                      <a:r>
                        <a:rPr lang="ko-KR" altLang="en-US" sz="800" dirty="0">
                          <a:solidFill>
                            <a:schemeClr val="dk1"/>
                          </a:solidFill>
                        </a:rPr>
                        <a:t>서랍 리스트 팝업 열기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2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연결된 서랍 리스트</a:t>
                      </a: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3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4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5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9" name="Google Shape;79;p16">
            <a:extLst>
              <a:ext uri="{FF2B5EF4-FFF2-40B4-BE49-F238E27FC236}">
                <a16:creationId xmlns:a16="http://schemas.microsoft.com/office/drawing/2014/main" id="{EDB3AA12-B684-B399-C6BA-AC59A5518564}"/>
              </a:ext>
            </a:extLst>
          </p:cNvPr>
          <p:cNvSpPr/>
          <p:nvPr/>
        </p:nvSpPr>
        <p:spPr>
          <a:xfrm>
            <a:off x="3699782" y="946117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2</a:t>
            </a:r>
            <a:endParaRPr sz="1200" dirty="0"/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058E7B64-508D-2C20-993E-C1FAA1897009}"/>
              </a:ext>
            </a:extLst>
          </p:cNvPr>
          <p:cNvSpPr/>
          <p:nvPr/>
        </p:nvSpPr>
        <p:spPr>
          <a:xfrm>
            <a:off x="502419" y="2585305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4</a:t>
            </a:r>
            <a:endParaRPr sz="1200" dirty="0"/>
          </a:p>
        </p:txBody>
      </p:sp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77214D9F-7DDC-0731-5818-B41E8D48BEEC}"/>
              </a:ext>
            </a:extLst>
          </p:cNvPr>
          <p:cNvSpPr/>
          <p:nvPr/>
        </p:nvSpPr>
        <p:spPr>
          <a:xfrm>
            <a:off x="952419" y="4351920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1</a:t>
            </a:r>
            <a:endParaRPr sz="1200" dirty="0"/>
          </a:p>
        </p:txBody>
      </p:sp>
      <p:sp>
        <p:nvSpPr>
          <p:cNvPr id="90" name="Google Shape;90;p16">
            <a:extLst>
              <a:ext uri="{FF2B5EF4-FFF2-40B4-BE49-F238E27FC236}">
                <a16:creationId xmlns:a16="http://schemas.microsoft.com/office/drawing/2014/main" id="{0108EC7E-F1EA-1C29-10CE-E24B3D9222A7}"/>
              </a:ext>
            </a:extLst>
          </p:cNvPr>
          <p:cNvSpPr/>
          <p:nvPr/>
        </p:nvSpPr>
        <p:spPr>
          <a:xfrm>
            <a:off x="479450" y="1588715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3</a:t>
            </a:r>
            <a:endParaRPr sz="12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2D4C324-4492-95E6-DF2D-16E2B9CC9578}"/>
              </a:ext>
            </a:extLst>
          </p:cNvPr>
          <p:cNvSpPr/>
          <p:nvPr/>
        </p:nvSpPr>
        <p:spPr>
          <a:xfrm>
            <a:off x="1064919" y="920896"/>
            <a:ext cx="2312894" cy="3991079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E658201-171E-E783-2484-C48EAAC95C35}"/>
              </a:ext>
            </a:extLst>
          </p:cNvPr>
          <p:cNvSpPr/>
          <p:nvPr/>
        </p:nvSpPr>
        <p:spPr>
          <a:xfrm>
            <a:off x="1120538" y="1112057"/>
            <a:ext cx="2201656" cy="2868944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QR </a:t>
            </a:r>
            <a:r>
              <a:rPr lang="ko-KR" altLang="en-US" dirty="0"/>
              <a:t>카메라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A931D66-6749-03B0-9B4D-4E15C9761331}"/>
              </a:ext>
            </a:extLst>
          </p:cNvPr>
          <p:cNvSpPr/>
          <p:nvPr/>
        </p:nvSpPr>
        <p:spPr>
          <a:xfrm>
            <a:off x="1120538" y="4120087"/>
            <a:ext cx="1071693" cy="29125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QR </a:t>
            </a:r>
            <a:r>
              <a:rPr lang="ko-KR" altLang="en-US" dirty="0"/>
              <a:t>인식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16D7C38-D5D9-70EA-A446-2696223B359D}"/>
              </a:ext>
            </a:extLst>
          </p:cNvPr>
          <p:cNvSpPr/>
          <p:nvPr/>
        </p:nvSpPr>
        <p:spPr>
          <a:xfrm>
            <a:off x="2261231" y="4120087"/>
            <a:ext cx="1071693" cy="29125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연결</a:t>
            </a:r>
          </a:p>
        </p:txBody>
      </p:sp>
      <p:sp>
        <p:nvSpPr>
          <p:cNvPr id="12" name="Google Shape;87;p16">
            <a:extLst>
              <a:ext uri="{FF2B5EF4-FFF2-40B4-BE49-F238E27FC236}">
                <a16:creationId xmlns:a16="http://schemas.microsoft.com/office/drawing/2014/main" id="{AE4EF4A1-A423-817A-BC43-20700A341142}"/>
              </a:ext>
            </a:extLst>
          </p:cNvPr>
          <p:cNvSpPr/>
          <p:nvPr/>
        </p:nvSpPr>
        <p:spPr>
          <a:xfrm>
            <a:off x="727419" y="3532163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5</a:t>
            </a:r>
            <a:endParaRPr sz="12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A5545CA-5BED-9FE8-5863-69DE64A3C25C}"/>
              </a:ext>
            </a:extLst>
          </p:cNvPr>
          <p:cNvSpPr/>
          <p:nvPr/>
        </p:nvSpPr>
        <p:spPr>
          <a:xfrm>
            <a:off x="1120538" y="4475765"/>
            <a:ext cx="2193775" cy="3123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연결된 </a:t>
            </a:r>
            <a:r>
              <a:rPr lang="ko-KR" altLang="en-US">
                <a:solidFill>
                  <a:schemeClr val="tx1"/>
                </a:solidFill>
              </a:rPr>
              <a:t>서랍 리스트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확인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FA4853E-D3ED-1CCC-936E-C3BEDF3758F4}"/>
              </a:ext>
            </a:extLst>
          </p:cNvPr>
          <p:cNvSpPr/>
          <p:nvPr/>
        </p:nvSpPr>
        <p:spPr>
          <a:xfrm>
            <a:off x="3827813" y="946117"/>
            <a:ext cx="2312894" cy="3991079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CEBFAF-6FFC-9CBD-07D1-DDBAF72E0493}"/>
              </a:ext>
            </a:extLst>
          </p:cNvPr>
          <p:cNvSpPr/>
          <p:nvPr/>
        </p:nvSpPr>
        <p:spPr>
          <a:xfrm>
            <a:off x="3883432" y="1137278"/>
            <a:ext cx="2201656" cy="2868944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QR </a:t>
            </a:r>
            <a:r>
              <a:rPr lang="ko-KR" altLang="en-US" dirty="0"/>
              <a:t>카메라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F9E257-813D-9020-9343-99B9F212DEE3}"/>
              </a:ext>
            </a:extLst>
          </p:cNvPr>
          <p:cNvSpPr/>
          <p:nvPr/>
        </p:nvSpPr>
        <p:spPr>
          <a:xfrm>
            <a:off x="3883432" y="4145308"/>
            <a:ext cx="1071693" cy="29125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QR </a:t>
            </a:r>
            <a:r>
              <a:rPr lang="ko-KR" altLang="en-US" dirty="0"/>
              <a:t>인식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9954A6D-E7A8-F131-9C6A-2D6855BF6E2D}"/>
              </a:ext>
            </a:extLst>
          </p:cNvPr>
          <p:cNvSpPr/>
          <p:nvPr/>
        </p:nvSpPr>
        <p:spPr>
          <a:xfrm>
            <a:off x="5024125" y="4145308"/>
            <a:ext cx="1071693" cy="29125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연결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85F1AA9-97DC-E0E1-6956-5079E5A661A5}"/>
              </a:ext>
            </a:extLst>
          </p:cNvPr>
          <p:cNvSpPr/>
          <p:nvPr/>
        </p:nvSpPr>
        <p:spPr>
          <a:xfrm>
            <a:off x="3883432" y="4500986"/>
            <a:ext cx="2193775" cy="3123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연결된 </a:t>
            </a:r>
            <a:r>
              <a:rPr lang="ko-KR" altLang="en-US">
                <a:solidFill>
                  <a:schemeClr val="tx1"/>
                </a:solidFill>
              </a:rPr>
              <a:t>서랍 리스트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확인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3308569-3D52-76E4-6A4C-8C3CBF98D57B}"/>
              </a:ext>
            </a:extLst>
          </p:cNvPr>
          <p:cNvSpPr/>
          <p:nvPr/>
        </p:nvSpPr>
        <p:spPr>
          <a:xfrm>
            <a:off x="3877635" y="1137278"/>
            <a:ext cx="2154980" cy="34629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A90A6C5C-32D8-339C-F63E-C74950694932}"/>
              </a:ext>
            </a:extLst>
          </p:cNvPr>
          <p:cNvCxnSpPr>
            <a:cxnSpLocks/>
            <a:stCxn id="3" idx="3"/>
            <a:endCxn id="16" idx="0"/>
          </p:cNvCxnSpPr>
          <p:nvPr/>
        </p:nvCxnSpPr>
        <p:spPr>
          <a:xfrm flipV="1">
            <a:off x="3314313" y="1137278"/>
            <a:ext cx="1640812" cy="3494670"/>
          </a:xfrm>
          <a:prstGeom prst="curvedConnector4">
            <a:avLst>
              <a:gd name="adj1" fmla="val 17166"/>
              <a:gd name="adj2" fmla="val 10654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0A8FCA5-5BDC-8F59-D274-7ABCF5624E6C}"/>
              </a:ext>
            </a:extLst>
          </p:cNvPr>
          <p:cNvSpPr/>
          <p:nvPr/>
        </p:nvSpPr>
        <p:spPr>
          <a:xfrm>
            <a:off x="4005447" y="1201538"/>
            <a:ext cx="1899356" cy="2476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서랍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0431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>
            <a:spLocks noGrp="1"/>
          </p:cNvSpPr>
          <p:nvPr>
            <p:ph type="title"/>
          </p:nvPr>
        </p:nvSpPr>
        <p:spPr>
          <a:xfrm>
            <a:off x="3217050" y="2285400"/>
            <a:ext cx="2709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End of Document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D2421E8D-EBB4-E4CE-DA4C-FD180538F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>
            <a:extLst>
              <a:ext uri="{FF2B5EF4-FFF2-40B4-BE49-F238E27FC236}">
                <a16:creationId xmlns:a16="http://schemas.microsoft.com/office/drawing/2014/main" id="{138308D7-C1B2-378F-0A71-E3F813440374}"/>
              </a:ext>
            </a:extLst>
          </p:cNvPr>
          <p:cNvSpPr/>
          <p:nvPr/>
        </p:nvSpPr>
        <p:spPr>
          <a:xfrm>
            <a:off x="132300" y="171975"/>
            <a:ext cx="6455700" cy="522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BADC7DE9-A30E-4C16-010E-D74505ED37EE}"/>
              </a:ext>
            </a:extLst>
          </p:cNvPr>
          <p:cNvSpPr txBox="1"/>
          <p:nvPr/>
        </p:nvSpPr>
        <p:spPr>
          <a:xfrm>
            <a:off x="291050" y="231525"/>
            <a:ext cx="826800" cy="379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2"/>
                </a:solidFill>
              </a:rPr>
              <a:t>TEMI</a:t>
            </a:r>
            <a:endParaRPr sz="1200" dirty="0">
              <a:solidFill>
                <a:schemeClr val="dk2"/>
              </a:solidFill>
            </a:endParaRPr>
          </a:p>
        </p:txBody>
      </p:sp>
      <p:graphicFrame>
        <p:nvGraphicFramePr>
          <p:cNvPr id="73" name="Google Shape;73;p16">
            <a:extLst>
              <a:ext uri="{FF2B5EF4-FFF2-40B4-BE49-F238E27FC236}">
                <a16:creationId xmlns:a16="http://schemas.microsoft.com/office/drawing/2014/main" id="{BE210EA6-A2EF-C48D-C7D3-2BE772AF1D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2337537"/>
              </p:ext>
            </p:extLst>
          </p:nvPr>
        </p:nvGraphicFramePr>
        <p:xfrm>
          <a:off x="1243525" y="231525"/>
          <a:ext cx="5254700" cy="169975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9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 위치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" name="Google Shape;74;p16">
            <a:extLst>
              <a:ext uri="{FF2B5EF4-FFF2-40B4-BE49-F238E27FC236}">
                <a16:creationId xmlns:a16="http://schemas.microsoft.com/office/drawing/2014/main" id="{FC701117-EF42-9E4A-2486-39B1900507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9351782"/>
              </p:ext>
            </p:extLst>
          </p:nvPr>
        </p:nvGraphicFramePr>
        <p:xfrm>
          <a:off x="1243525" y="440838"/>
          <a:ext cx="5254700" cy="169875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9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화면명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800" dirty="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Google Shape;75;p16">
            <a:extLst>
              <a:ext uri="{FF2B5EF4-FFF2-40B4-BE49-F238E27FC236}">
                <a16:creationId xmlns:a16="http://schemas.microsoft.com/office/drawing/2014/main" id="{097B09DD-0C51-2921-57BC-FC872DF366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835048"/>
              </p:ext>
            </p:extLst>
          </p:nvPr>
        </p:nvGraphicFramePr>
        <p:xfrm>
          <a:off x="6657000" y="171975"/>
          <a:ext cx="2420850" cy="4100200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31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4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 설명 - Description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※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1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1 </a:t>
                      </a:r>
                      <a:r>
                        <a:rPr lang="ko" altLang="ko-KR" sz="700" dirty="0">
                          <a:solidFill>
                            <a:schemeClr val="dk1"/>
                          </a:solidFill>
                        </a:rPr>
                        <a:t>&lt;</a:t>
                      </a: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text</a:t>
                      </a:r>
                      <a:r>
                        <a:rPr lang="ko" altLang="ko-KR" sz="700" dirty="0">
                          <a:solidFill>
                            <a:schemeClr val="dk1"/>
                          </a:solidFill>
                        </a:rPr>
                        <a:t>&gt;</a:t>
                      </a: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" sz="800" dirty="0">
                          <a:solidFill>
                            <a:schemeClr val="tx1"/>
                          </a:solidFill>
                        </a:rPr>
                        <a:t>(n)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개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</a:rPr>
                        <a:t>구매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가능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 dirty="0"/>
                        <a:t>2</a:t>
                      </a:r>
                      <a:endParaRPr sz="800" dirty="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2 </a:t>
                      </a:r>
                      <a:r>
                        <a:rPr lang="en-US" altLang="ko-KR" sz="700" dirty="0">
                          <a:solidFill>
                            <a:schemeClr val="dk1"/>
                          </a:solidFill>
                        </a:rPr>
                        <a:t>&lt;list&gt;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구매 가능 리스트</a:t>
                      </a:r>
                      <a:endParaRPr lang="en-US" altLang="ko-KR" sz="7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2-1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리스트 객체</a:t>
                      </a:r>
                      <a:endParaRPr lang="en-US" altLang="ko" sz="700" dirty="0">
                        <a:solidFill>
                          <a:schemeClr val="dk1"/>
                        </a:solidFill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3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3 </a:t>
                      </a:r>
                      <a:r>
                        <a:rPr lang="en-US" altLang="ko-KR" sz="700" dirty="0">
                          <a:solidFill>
                            <a:schemeClr val="dk1"/>
                          </a:solidFill>
                        </a:rPr>
                        <a:t>&lt;list&gt;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구매 실패 리스트</a:t>
                      </a:r>
                      <a:endParaRPr lang="en-US" altLang="ko-KR" sz="7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3-1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리스트 객체</a:t>
                      </a:r>
                      <a:endParaRPr lang="en-US" altLang="ko" sz="700" dirty="0">
                        <a:solidFill>
                          <a:schemeClr val="dk1"/>
                        </a:solidFill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4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endParaRPr lang="en-US" altLang="ko" sz="700" dirty="0">
                        <a:solidFill>
                          <a:schemeClr val="dk1"/>
                        </a:solidFill>
                      </a:endParaRP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5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9" name="Google Shape;79;p16">
            <a:extLst>
              <a:ext uri="{FF2B5EF4-FFF2-40B4-BE49-F238E27FC236}">
                <a16:creationId xmlns:a16="http://schemas.microsoft.com/office/drawing/2014/main" id="{7F7612BB-3735-D94E-8407-C452CE7162E1}"/>
              </a:ext>
            </a:extLst>
          </p:cNvPr>
          <p:cNvSpPr/>
          <p:nvPr/>
        </p:nvSpPr>
        <p:spPr>
          <a:xfrm>
            <a:off x="1418007" y="1240478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2</a:t>
            </a:r>
            <a:endParaRPr sz="1200" dirty="0"/>
          </a:p>
        </p:txBody>
      </p:sp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777E4810-21B9-07B6-0A2C-314A2386B64A}"/>
              </a:ext>
            </a:extLst>
          </p:cNvPr>
          <p:cNvSpPr/>
          <p:nvPr/>
        </p:nvSpPr>
        <p:spPr>
          <a:xfrm>
            <a:off x="1387642" y="842658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1</a:t>
            </a:r>
            <a:endParaRPr sz="12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C77FD09-47FC-F541-229D-B50EE1C17DFA}"/>
              </a:ext>
            </a:extLst>
          </p:cNvPr>
          <p:cNvSpPr/>
          <p:nvPr/>
        </p:nvSpPr>
        <p:spPr>
          <a:xfrm>
            <a:off x="1425388" y="859346"/>
            <a:ext cx="2312894" cy="3991079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07D1EB9-CEDF-2548-1A5D-BC666754F550}"/>
              </a:ext>
            </a:extLst>
          </p:cNvPr>
          <p:cNvSpPr/>
          <p:nvPr/>
        </p:nvSpPr>
        <p:spPr>
          <a:xfrm>
            <a:off x="1611353" y="1342929"/>
            <a:ext cx="1885950" cy="1228821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구매 가능 리스트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9F887D9-431E-CE73-ECEC-AA5B53F9EBE6}"/>
              </a:ext>
            </a:extLst>
          </p:cNvPr>
          <p:cNvSpPr/>
          <p:nvPr/>
        </p:nvSpPr>
        <p:spPr>
          <a:xfrm>
            <a:off x="1699166" y="1407878"/>
            <a:ext cx="1731630" cy="2382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세제 </a:t>
            </a:r>
            <a:r>
              <a:rPr lang="en-US" altLang="ko-KR" dirty="0">
                <a:solidFill>
                  <a:schemeClr val="tx1"/>
                </a:solidFill>
              </a:rPr>
              <a:t>✓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Google Shape;79;p16">
            <a:extLst>
              <a:ext uri="{FF2B5EF4-FFF2-40B4-BE49-F238E27FC236}">
                <a16:creationId xmlns:a16="http://schemas.microsoft.com/office/drawing/2014/main" id="{EB72B88B-7FAD-E19B-87CE-9692E09AB153}"/>
              </a:ext>
            </a:extLst>
          </p:cNvPr>
          <p:cNvSpPr/>
          <p:nvPr/>
        </p:nvSpPr>
        <p:spPr>
          <a:xfrm>
            <a:off x="1576013" y="1371372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 dirty="0"/>
              <a:t>2</a:t>
            </a:r>
            <a:r>
              <a:rPr lang="en-US" altLang="ko" sz="600" dirty="0"/>
              <a:t>-1</a:t>
            </a:r>
            <a:endParaRPr sz="6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23158FF-6DA3-33E8-B417-F3AFA20B45DA}"/>
              </a:ext>
            </a:extLst>
          </p:cNvPr>
          <p:cNvSpPr/>
          <p:nvPr/>
        </p:nvSpPr>
        <p:spPr>
          <a:xfrm>
            <a:off x="1574895" y="1005662"/>
            <a:ext cx="2063655" cy="2382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ko-KR" dirty="0">
                <a:solidFill>
                  <a:schemeClr val="tx1"/>
                </a:solidFill>
              </a:rPr>
              <a:t>4개 </a:t>
            </a:r>
            <a:r>
              <a:rPr lang="en-US" altLang="ko-KR" dirty="0" err="1">
                <a:solidFill>
                  <a:schemeClr val="tx1"/>
                </a:solidFill>
              </a:rPr>
              <a:t>구매</a:t>
            </a:r>
            <a:r>
              <a:rPr lang="ko-KR" altLang="en-US" dirty="0">
                <a:solidFill>
                  <a:schemeClr val="tx1"/>
                </a:solidFill>
              </a:rPr>
              <a:t>가능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B34FBD9-C1A0-E017-EE83-CDB553397F0E}"/>
              </a:ext>
            </a:extLst>
          </p:cNvPr>
          <p:cNvSpPr/>
          <p:nvPr/>
        </p:nvSpPr>
        <p:spPr>
          <a:xfrm>
            <a:off x="1609806" y="2596129"/>
            <a:ext cx="1885950" cy="1228821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구매 실패 리스트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0C4DA7-4217-5663-21B2-1F6F9FA22444}"/>
              </a:ext>
            </a:extLst>
          </p:cNvPr>
          <p:cNvSpPr/>
          <p:nvPr/>
        </p:nvSpPr>
        <p:spPr>
          <a:xfrm>
            <a:off x="1688513" y="2670734"/>
            <a:ext cx="1731630" cy="2382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수건 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품절</a:t>
            </a:r>
            <a:r>
              <a:rPr lang="en-US" altLang="ko-KR" dirty="0">
                <a:solidFill>
                  <a:schemeClr val="tx1"/>
                </a:solidFill>
              </a:rPr>
              <a:t>)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Google Shape;90;p16">
            <a:extLst>
              <a:ext uri="{FF2B5EF4-FFF2-40B4-BE49-F238E27FC236}">
                <a16:creationId xmlns:a16="http://schemas.microsoft.com/office/drawing/2014/main" id="{EBEFA3B6-AFC2-441B-4715-A2B608FE2532}"/>
              </a:ext>
            </a:extLst>
          </p:cNvPr>
          <p:cNvSpPr/>
          <p:nvPr/>
        </p:nvSpPr>
        <p:spPr>
          <a:xfrm>
            <a:off x="1429013" y="2520484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3</a:t>
            </a:r>
            <a:endParaRPr sz="1200" dirty="0"/>
          </a:p>
        </p:txBody>
      </p:sp>
      <p:sp>
        <p:nvSpPr>
          <p:cNvPr id="11" name="Google Shape;79;p16">
            <a:extLst>
              <a:ext uri="{FF2B5EF4-FFF2-40B4-BE49-F238E27FC236}">
                <a16:creationId xmlns:a16="http://schemas.microsoft.com/office/drawing/2014/main" id="{1070710F-216D-D05D-1C17-33579768387A}"/>
              </a:ext>
            </a:extLst>
          </p:cNvPr>
          <p:cNvSpPr/>
          <p:nvPr/>
        </p:nvSpPr>
        <p:spPr>
          <a:xfrm>
            <a:off x="1610513" y="2571750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600" dirty="0"/>
              <a:t>3-1</a:t>
            </a:r>
            <a:endParaRPr sz="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8F769D-F899-7023-93E4-ADF23DEB64FB}"/>
              </a:ext>
            </a:extLst>
          </p:cNvPr>
          <p:cNvSpPr txBox="1"/>
          <p:nvPr/>
        </p:nvSpPr>
        <p:spPr>
          <a:xfrm>
            <a:off x="4438650" y="1240478"/>
            <a:ext cx="11539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나중에 테미에서 표기하기로 변경</a:t>
            </a:r>
          </a:p>
        </p:txBody>
      </p:sp>
    </p:spTree>
    <p:extLst>
      <p:ext uri="{BB962C8B-B14F-4D97-AF65-F5344CB8AC3E}">
        <p14:creationId xmlns:p14="http://schemas.microsoft.com/office/powerpoint/2010/main" val="400430367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1223</Words>
  <Application>Microsoft Office PowerPoint</Application>
  <PresentationFormat>화면 슬라이드 쇼(16:9)</PresentationFormat>
  <Paragraphs>449</Paragraphs>
  <Slides>19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1" baseType="lpstr">
      <vt:lpstr>Arial</vt:lpstr>
      <vt:lpstr>Simple Light</vt:lpstr>
      <vt:lpstr>Release Note</vt:lpstr>
      <vt:lpstr>목차</vt:lpstr>
      <vt:lpstr>수납</vt:lpstr>
      <vt:lpstr>PowerPoint 프레젠테이션</vt:lpstr>
      <vt:lpstr>PowerPoint 프레젠테이션</vt:lpstr>
      <vt:lpstr>PowerPoint 프레젠테이션</vt:lpstr>
      <vt:lpstr>PowerPoint 프레젠테이션</vt:lpstr>
      <vt:lpstr>쇼핑리스트</vt:lpstr>
      <vt:lpstr>PowerPoint 프레젠테이션</vt:lpstr>
      <vt:lpstr>PowerPoint 프레젠테이션</vt:lpstr>
      <vt:lpstr>DB</vt:lpstr>
      <vt:lpstr>PowerPoint 프레젠테이션</vt:lpstr>
      <vt:lpstr>설정</vt:lpstr>
      <vt:lpstr>PowerPoint 프레젠테이션</vt:lpstr>
      <vt:lpstr>PowerPoint 프레젠테이션</vt:lpstr>
      <vt:lpstr>PowerPoint 프레젠테이션</vt:lpstr>
      <vt:lpstr>PowerPoint 프레젠테이션</vt:lpstr>
      <vt:lpstr>End of Document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유이호</cp:lastModifiedBy>
  <cp:revision>3</cp:revision>
  <dcterms:modified xsi:type="dcterms:W3CDTF">2026-05-19T05:21:58Z</dcterms:modified>
</cp:coreProperties>
</file>